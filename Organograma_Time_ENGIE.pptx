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304800"/>
            <a:ext cx="279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PAIM</a:t>
            </a:r>
            <a:pPr indent="0" marL="0">
              <a:buNone/>
            </a:pPr>
            <a:r>
              <a:rPr lang="en-US" sz="1400" dirty="0">
                <a:solidFill>
                  <a:srgbClr val="EC6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CREATORS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937000" y="3048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time de casa — Organograma time ENGIE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ORGANOGRAMA GERAL · TIME ENGIE</a:t>
            </a:r>
            <a:endParaRPr lang="en-US" sz="3200" dirty="0"/>
          </a:p>
        </p:txBody>
      </p:sp>
      <p:sp>
        <p:nvSpPr>
          <p:cNvPr id="5" name="Shape 5"/>
          <p:cNvSpPr/>
          <p:nvPr/>
        </p:nvSpPr>
        <p:spPr>
          <a:xfrm>
            <a:off x="4445000" y="1168400"/>
            <a:ext cx="3302000" cy="558800"/>
          </a:xfrm>
          <a:prstGeom prst="rect">
            <a:avLst/>
          </a:prstGeom>
          <a:solidFill>
            <a:srgbClr val="EC6A3B"/>
          </a:solidFill>
          <a:ln/>
        </p:spPr>
      </p:sp>
      <p:sp>
        <p:nvSpPr>
          <p:cNvPr id="6" name="Text 6"/>
          <p:cNvSpPr txBox="1"/>
          <p:nvPr/>
        </p:nvSpPr>
        <p:spPr>
          <a:xfrm>
            <a:off x="4445000" y="1168400"/>
            <a:ext cx="3302000" cy="5588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DIREÇÃO · MARÍLIA MATTE</a:t>
            </a:r>
            <a:endParaRPr lang="pt-BR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da conta</a:t>
            </a:r>
            <a:endParaRPr lang="pt-BR" sz="1200" dirty="0"/>
          </a:p>
        </p:txBody>
      </p:sp>
      <p:sp>
        <p:nvSpPr>
          <p:cNvPr id="7" name="Shape 7"/>
          <p:cNvSpPr/>
          <p:nvPr/>
        </p:nvSpPr>
        <p:spPr>
          <a:xfrm>
            <a:off x="6096000" y="1727200"/>
            <a:ext cx="0" cy="7874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8" name="Shape 8"/>
          <p:cNvSpPr/>
          <p:nvPr/>
        </p:nvSpPr>
        <p:spPr>
          <a:xfrm>
            <a:off x="4114800" y="2108200"/>
            <a:ext cx="3962400" cy="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9" name="Shape 9"/>
          <p:cNvSpPr/>
          <p:nvPr/>
        </p:nvSpPr>
        <p:spPr>
          <a:xfrm>
            <a:off x="812800" y="1828800"/>
            <a:ext cx="3302000" cy="558800"/>
          </a:xfrm>
          <a:prstGeom prst="rect">
            <a:avLst/>
          </a:prstGeom>
          <a:solidFill>
            <a:srgbClr val="EFEEEC"/>
          </a:solidFill>
          <a:ln/>
        </p:spPr>
      </p:sp>
      <p:sp>
        <p:nvSpPr>
          <p:cNvPr id="10" name="Text 10"/>
          <p:cNvSpPr txBox="1"/>
          <p:nvPr/>
        </p:nvSpPr>
        <p:spPr>
          <a:xfrm>
            <a:off x="812800" y="1828800"/>
            <a:ext cx="3302000" cy="5588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JULIA RECH</a:t>
            </a:r>
            <a:endParaRPr lang="pt-BR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Executiva sênior · Gestão da conta</a:t>
            </a:r>
            <a:endParaRPr lang="pt-BR" sz="1200" dirty="0"/>
          </a:p>
        </p:txBody>
      </p:sp>
      <p:sp>
        <p:nvSpPr>
          <p:cNvPr id="11" name="Shape 11"/>
          <p:cNvSpPr/>
          <p:nvPr/>
        </p:nvSpPr>
        <p:spPr>
          <a:xfrm>
            <a:off x="8077200" y="1828800"/>
            <a:ext cx="3302000" cy="558800"/>
          </a:xfrm>
          <a:prstGeom prst="rect">
            <a:avLst/>
          </a:prstGeom>
          <a:solidFill>
            <a:srgbClr val="EFEEEC"/>
          </a:solidFill>
          <a:ln/>
        </p:spPr>
      </p:sp>
      <p:sp>
        <p:nvSpPr>
          <p:cNvPr id="12" name="Text 12"/>
          <p:cNvSpPr txBox="1"/>
          <p:nvPr/>
        </p:nvSpPr>
        <p:spPr>
          <a:xfrm>
            <a:off x="8077200" y="1828800"/>
            <a:ext cx="3302000" cy="5588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LAURA CARDOSO</a:t>
            </a:r>
            <a:endParaRPr lang="pt-BR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Executiva · Gestão da conta</a:t>
            </a:r>
            <a:endParaRPr lang="pt-BR" sz="1200" dirty="0"/>
          </a:p>
        </p:txBody>
      </p:sp>
      <p:sp>
        <p:nvSpPr>
          <p:cNvPr id="13" name="Shape 13"/>
          <p:cNvSpPr/>
          <p:nvPr/>
        </p:nvSpPr>
        <p:spPr>
          <a:xfrm>
            <a:off x="1955800" y="2514600"/>
            <a:ext cx="8280400" cy="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4" name="Shape 14"/>
          <p:cNvSpPr/>
          <p:nvPr/>
        </p:nvSpPr>
        <p:spPr>
          <a:xfrm>
            <a:off x="1955800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5" name="Text 15"/>
          <p:cNvSpPr txBox="1"/>
          <p:nvPr/>
        </p:nvSpPr>
        <p:spPr>
          <a:xfrm>
            <a:off x="812800" y="2641600"/>
            <a:ext cx="2286000" cy="419100"/>
          </a:xfrm>
          <a:prstGeom prst="rect">
            <a:avLst/>
          </a:prstGeom>
          <a:solidFill>
            <a:srgbClr val="B8393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</a:t>
            </a:r>
            <a:endParaRPr lang="pt-BR" sz="1600" dirty="0"/>
          </a:p>
        </p:txBody>
      </p:sp>
      <p:sp>
        <p:nvSpPr>
          <p:cNvPr id="16" name="Shape 16"/>
          <p:cNvSpPr/>
          <p:nvPr/>
        </p:nvSpPr>
        <p:spPr>
          <a:xfrm>
            <a:off x="6096000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7" name="Text 17"/>
          <p:cNvSpPr txBox="1"/>
          <p:nvPr/>
        </p:nvSpPr>
        <p:spPr>
          <a:xfrm>
            <a:off x="3251200" y="2641600"/>
            <a:ext cx="5689600" cy="419100"/>
          </a:xfrm>
          <a:prstGeom prst="rect">
            <a:avLst/>
          </a:prstGeom>
          <a:solidFill>
            <a:srgbClr val="EC6A3B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NÚCLEO CRIATIVO / CONTEÚDO</a:t>
            </a:r>
            <a:endParaRPr lang="pt-BR" sz="1600" dirty="0"/>
          </a:p>
        </p:txBody>
      </p:sp>
      <p:sp>
        <p:nvSpPr>
          <p:cNvPr id="18" name="Shape 18"/>
          <p:cNvSpPr/>
          <p:nvPr/>
        </p:nvSpPr>
        <p:spPr>
          <a:xfrm>
            <a:off x="10236200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9" name="Text 19"/>
          <p:cNvSpPr txBox="1"/>
          <p:nvPr/>
        </p:nvSpPr>
        <p:spPr>
          <a:xfrm>
            <a:off x="9093200" y="2641600"/>
            <a:ext cx="2286000" cy="419100"/>
          </a:xfrm>
          <a:prstGeom prst="rect">
            <a:avLst/>
          </a:prstGeom>
          <a:solidFill>
            <a:srgbClr val="141414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PRODUÇÃO</a:t>
            </a:r>
            <a:endParaRPr lang="pt-BR" sz="1600" dirty="0"/>
          </a:p>
        </p:txBody>
      </p:sp>
      <p:sp>
        <p:nvSpPr>
          <p:cNvPr id="20" name="Shape 20"/>
          <p:cNvSpPr/>
          <p:nvPr/>
        </p:nvSpPr>
        <p:spPr>
          <a:xfrm>
            <a:off x="812800" y="3136900"/>
            <a:ext cx="22860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393A"/>
            </a:solidFill>
            <a:prstDash val="solid"/>
          </a:ln>
        </p:spPr>
      </p:sp>
      <p:sp>
        <p:nvSpPr>
          <p:cNvPr id="21" name="Text 21"/>
          <p:cNvSpPr txBox="1"/>
          <p:nvPr/>
        </p:nvSpPr>
        <p:spPr>
          <a:xfrm>
            <a:off x="812800" y="3136900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RÔMULO FRAZÃO</a:t>
            </a:r>
            <a:endParaRPr lang="pt-BR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de planejamento</a:t>
            </a:r>
            <a:endParaRPr lang="pt-BR" sz="1200" dirty="0"/>
          </a:p>
        </p:txBody>
      </p:sp>
      <p:sp>
        <p:nvSpPr>
          <p:cNvPr id="22" name="Shape 22"/>
          <p:cNvSpPr/>
          <p:nvPr/>
        </p:nvSpPr>
        <p:spPr>
          <a:xfrm>
            <a:off x="812800" y="3657600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23" name="Text 23"/>
          <p:cNvSpPr txBox="1"/>
          <p:nvPr/>
        </p:nvSpPr>
        <p:spPr>
          <a:xfrm>
            <a:off x="812800" y="3657600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LUISA MERELLO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</a:t>
            </a:r>
            <a:endParaRPr lang="pt-BR" sz="1200" dirty="0"/>
          </a:p>
        </p:txBody>
      </p:sp>
      <p:sp>
        <p:nvSpPr>
          <p:cNvPr id="24" name="Shape 24"/>
          <p:cNvSpPr/>
          <p:nvPr/>
        </p:nvSpPr>
        <p:spPr>
          <a:xfrm>
            <a:off x="9093200" y="3136900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25" name="Text 25"/>
          <p:cNvSpPr txBox="1"/>
          <p:nvPr/>
        </p:nvSpPr>
        <p:spPr>
          <a:xfrm>
            <a:off x="9093200" y="3136900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PAULA LUCE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Produção eletrônica</a:t>
            </a:r>
            <a:endParaRPr lang="pt-BR" sz="1200" dirty="0"/>
          </a:p>
        </p:txBody>
      </p:sp>
      <p:sp>
        <p:nvSpPr>
          <p:cNvPr id="26" name="Shape 26"/>
          <p:cNvSpPr/>
          <p:nvPr/>
        </p:nvSpPr>
        <p:spPr>
          <a:xfrm>
            <a:off x="9093200" y="3657600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27" name="Text 27"/>
          <p:cNvSpPr txBox="1"/>
          <p:nvPr/>
        </p:nvSpPr>
        <p:spPr>
          <a:xfrm>
            <a:off x="9093200" y="3657600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ALEXANDRO SOUZA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Produção gráfica</a:t>
            </a:r>
            <a:endParaRPr lang="pt-BR" sz="1200" dirty="0"/>
          </a:p>
        </p:txBody>
      </p:sp>
      <p:sp>
        <p:nvSpPr>
          <p:cNvPr id="28" name="Shape 28"/>
          <p:cNvSpPr/>
          <p:nvPr/>
        </p:nvSpPr>
        <p:spPr>
          <a:xfrm>
            <a:off x="3251200" y="3136900"/>
            <a:ext cx="5689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C6A3B"/>
            </a:solidFill>
            <a:prstDash val="solid"/>
          </a:ln>
        </p:spPr>
      </p:sp>
      <p:sp>
        <p:nvSpPr>
          <p:cNvPr id="29" name="Text 29"/>
          <p:cNvSpPr txBox="1"/>
          <p:nvPr/>
        </p:nvSpPr>
        <p:spPr>
          <a:xfrm>
            <a:off x="3251200" y="3136900"/>
            <a:ext cx="5689600" cy="4572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SAMIR ARRAGE</a:t>
            </a:r>
            <a:endParaRPr lang="pt-BR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Diretor de criação</a:t>
            </a:r>
            <a:endParaRPr lang="pt-BR" sz="1200" dirty="0"/>
          </a:p>
        </p:txBody>
      </p:sp>
      <p:sp>
        <p:nvSpPr>
          <p:cNvPr id="30" name="Shape 30"/>
          <p:cNvSpPr/>
          <p:nvPr/>
        </p:nvSpPr>
        <p:spPr>
          <a:xfrm>
            <a:off x="3251200" y="3810000"/>
            <a:ext cx="2768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31" name="Text 31"/>
          <p:cNvSpPr txBox="1"/>
          <p:nvPr/>
        </p:nvSpPr>
        <p:spPr>
          <a:xfrm>
            <a:off x="3251200" y="3810000"/>
            <a:ext cx="2768600" cy="4572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THIAGO PINTO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D.A. sênior</a:t>
            </a:r>
            <a:endParaRPr lang="pt-BR" sz="1200" dirty="0"/>
          </a:p>
        </p:txBody>
      </p:sp>
      <p:sp>
        <p:nvSpPr>
          <p:cNvPr id="32" name="Shape 32"/>
          <p:cNvSpPr/>
          <p:nvPr/>
        </p:nvSpPr>
        <p:spPr>
          <a:xfrm>
            <a:off x="3251200" y="4330700"/>
            <a:ext cx="2768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33" name="Text 33"/>
          <p:cNvSpPr txBox="1"/>
          <p:nvPr/>
        </p:nvSpPr>
        <p:spPr>
          <a:xfrm>
            <a:off x="3251200" y="4330700"/>
            <a:ext cx="2768600" cy="4572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MATHEUS ZANINI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D.A. pleno</a:t>
            </a:r>
            <a:endParaRPr lang="pt-BR" sz="1200" dirty="0"/>
          </a:p>
        </p:txBody>
      </p:sp>
      <p:sp>
        <p:nvSpPr>
          <p:cNvPr id="34" name="Shape 34"/>
          <p:cNvSpPr/>
          <p:nvPr/>
        </p:nvSpPr>
        <p:spPr>
          <a:xfrm>
            <a:off x="3251200" y="4851400"/>
            <a:ext cx="2768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C6A3B"/>
            </a:solidFill>
            <a:prstDash val="dash"/>
          </a:ln>
        </p:spPr>
      </p:sp>
      <p:sp>
        <p:nvSpPr>
          <p:cNvPr id="35" name="Text 35"/>
          <p:cNvSpPr txBox="1"/>
          <p:nvPr/>
        </p:nvSpPr>
        <p:spPr>
          <a:xfrm>
            <a:off x="3251200" y="4851400"/>
            <a:ext cx="2768600" cy="4572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REDATOR SÊNIOR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contratação</a:t>
            </a:r>
            <a:endParaRPr lang="pt-BR" sz="1200" dirty="0"/>
          </a:p>
        </p:txBody>
      </p:sp>
      <p:sp>
        <p:nvSpPr>
          <p:cNvPr id="36" name="Shape 36"/>
          <p:cNvSpPr/>
          <p:nvPr/>
        </p:nvSpPr>
        <p:spPr>
          <a:xfrm>
            <a:off x="3251200" y="5372100"/>
            <a:ext cx="2768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37" name="Text 37"/>
          <p:cNvSpPr txBox="1"/>
          <p:nvPr/>
        </p:nvSpPr>
        <p:spPr>
          <a:xfrm>
            <a:off x="3251200" y="5372100"/>
            <a:ext cx="2768600" cy="4572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DIMMY MEDEIROS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Redator pleno</a:t>
            </a:r>
            <a:endParaRPr lang="pt-BR" sz="1200" dirty="0"/>
          </a:p>
        </p:txBody>
      </p:sp>
      <p:sp>
        <p:nvSpPr>
          <p:cNvPr id="38" name="Shape 38"/>
          <p:cNvSpPr/>
          <p:nvPr/>
        </p:nvSpPr>
        <p:spPr>
          <a:xfrm>
            <a:off x="3251200" y="5892800"/>
            <a:ext cx="2768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39" name="Text 39"/>
          <p:cNvSpPr txBox="1"/>
          <p:nvPr/>
        </p:nvSpPr>
        <p:spPr>
          <a:xfrm>
            <a:off x="3251200" y="5892800"/>
            <a:ext cx="2768600" cy="4572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LUISA FERREIRA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Redatora</a:t>
            </a:r>
            <a:endParaRPr lang="pt-BR" sz="1200" dirty="0"/>
          </a:p>
        </p:txBody>
      </p:sp>
      <p:sp>
        <p:nvSpPr>
          <p:cNvPr id="40" name="Shape 40"/>
          <p:cNvSpPr/>
          <p:nvPr/>
        </p:nvSpPr>
        <p:spPr>
          <a:xfrm>
            <a:off x="6172200" y="3746500"/>
            <a:ext cx="2768600" cy="2667000"/>
          </a:xfrm>
          <a:prstGeom prst="rect">
            <a:avLst/>
          </a:prstGeom>
          <a:solidFill>
            <a:srgbClr val="EFEEEC"/>
          </a:solidFill>
          <a:ln/>
        </p:spPr>
      </p:sp>
      <p:sp>
        <p:nvSpPr>
          <p:cNvPr id="41" name="Shape 41"/>
          <p:cNvSpPr/>
          <p:nvPr/>
        </p:nvSpPr>
        <p:spPr>
          <a:xfrm>
            <a:off x="7556500" y="3594100"/>
            <a:ext cx="0" cy="2159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42" name="Shape 42"/>
          <p:cNvSpPr/>
          <p:nvPr/>
        </p:nvSpPr>
        <p:spPr>
          <a:xfrm>
            <a:off x="6235700" y="3810000"/>
            <a:ext cx="264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C6A3B"/>
            </a:solidFill>
            <a:prstDash val="solid"/>
          </a:ln>
        </p:spPr>
      </p:sp>
      <p:sp>
        <p:nvSpPr>
          <p:cNvPr id="43" name="Text 43"/>
          <p:cNvSpPr txBox="1"/>
          <p:nvPr/>
        </p:nvSpPr>
        <p:spPr>
          <a:xfrm>
            <a:off x="6235700" y="3810000"/>
            <a:ext cx="2641600" cy="4572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MARCIA SCHULER</a:t>
            </a:r>
            <a:endParaRPr lang="pt-BR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Líder de conteúdo</a:t>
            </a:r>
            <a:endParaRPr lang="pt-BR" sz="1200" dirty="0"/>
          </a:p>
        </p:txBody>
      </p:sp>
      <p:sp>
        <p:nvSpPr>
          <p:cNvPr id="44" name="Shape 44"/>
          <p:cNvSpPr/>
          <p:nvPr/>
        </p:nvSpPr>
        <p:spPr>
          <a:xfrm>
            <a:off x="6235700" y="4330700"/>
            <a:ext cx="264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45" name="Text 45"/>
          <p:cNvSpPr txBox="1"/>
          <p:nvPr/>
        </p:nvSpPr>
        <p:spPr>
          <a:xfrm>
            <a:off x="6235700" y="4330700"/>
            <a:ext cx="2641600" cy="4572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CAROLINE GRUNE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</a:t>
            </a:r>
            <a:endParaRPr lang="pt-BR" sz="1200" dirty="0"/>
          </a:p>
        </p:txBody>
      </p:sp>
      <p:sp>
        <p:nvSpPr>
          <p:cNvPr id="46" name="Shape 46"/>
          <p:cNvSpPr/>
          <p:nvPr/>
        </p:nvSpPr>
        <p:spPr>
          <a:xfrm>
            <a:off x="6235700" y="4851400"/>
            <a:ext cx="264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47" name="Text 47"/>
          <p:cNvSpPr txBox="1"/>
          <p:nvPr/>
        </p:nvSpPr>
        <p:spPr>
          <a:xfrm>
            <a:off x="6235700" y="4851400"/>
            <a:ext cx="2641600" cy="4572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BERNARDO CARDOSO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 · Community manager</a:t>
            </a:r>
            <a:endParaRPr lang="pt-BR" sz="1200" dirty="0"/>
          </a:p>
        </p:txBody>
      </p:sp>
      <p:sp>
        <p:nvSpPr>
          <p:cNvPr id="48" name="Shape 48"/>
          <p:cNvSpPr/>
          <p:nvPr/>
        </p:nvSpPr>
        <p:spPr>
          <a:xfrm>
            <a:off x="6235700" y="5372100"/>
            <a:ext cx="264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49" name="Text 49"/>
          <p:cNvSpPr txBox="1"/>
          <p:nvPr/>
        </p:nvSpPr>
        <p:spPr>
          <a:xfrm>
            <a:off x="6235700" y="5372100"/>
            <a:ext cx="2641600" cy="4572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EDUARDA SARAIVA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</a:t>
            </a:r>
            <a:endParaRPr lang="pt-BR" sz="1200" dirty="0"/>
          </a:p>
        </p:txBody>
      </p:sp>
      <p:sp>
        <p:nvSpPr>
          <p:cNvPr id="50" name="Shape 50"/>
          <p:cNvSpPr/>
          <p:nvPr/>
        </p:nvSpPr>
        <p:spPr>
          <a:xfrm>
            <a:off x="6235700" y="5892800"/>
            <a:ext cx="264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51" name="Text 51"/>
          <p:cNvSpPr txBox="1"/>
          <p:nvPr/>
        </p:nvSpPr>
        <p:spPr>
          <a:xfrm>
            <a:off x="6235700" y="5892800"/>
            <a:ext cx="2641600" cy="4572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ERICK NOGUEIRA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D.A. · Conteúdo</a:t>
            </a:r>
            <a:endParaRPr lang="pt-BR" sz="1200" dirty="0"/>
          </a:p>
        </p:txBody>
      </p:sp>
      <p:sp>
        <p:nvSpPr>
          <p:cNvPr id="52" name="Shape 52"/>
          <p:cNvSpPr/>
          <p:nvPr/>
        </p:nvSpPr>
        <p:spPr>
          <a:xfrm>
            <a:off x="9169400" y="5994400"/>
            <a:ext cx="355600" cy="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53" name="Text 53"/>
          <p:cNvSpPr txBox="1"/>
          <p:nvPr/>
        </p:nvSpPr>
        <p:spPr>
          <a:xfrm>
            <a:off x="9601200" y="5880100"/>
            <a:ext cx="177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Liderança (responde a)</a:t>
            </a:r>
            <a:endParaRPr lang="pt-BR" sz="1200" dirty="0"/>
          </a:p>
        </p:txBody>
      </p:sp>
      <p:sp>
        <p:nvSpPr>
          <p:cNvPr id="54" name="Shape 54"/>
          <p:cNvSpPr/>
          <p:nvPr/>
        </p:nvSpPr>
        <p:spPr>
          <a:xfrm>
            <a:off x="9220200" y="6216650"/>
            <a:ext cx="254000" cy="165100"/>
          </a:xfrm>
          <a:prstGeom prst="rect">
            <a:avLst/>
          </a:prstGeom>
          <a:solidFill>
            <a:srgbClr val="FCFBF9"/>
          </a:solidFill>
          <a:ln w="19050">
            <a:solidFill>
              <a:srgbClr val="EC6A3B"/>
            </a:solidFill>
            <a:prstDash val="dash"/>
          </a:ln>
        </p:spPr>
      </p:sp>
      <p:sp>
        <p:nvSpPr>
          <p:cNvPr id="55" name="Text 55"/>
          <p:cNvSpPr txBox="1"/>
          <p:nvPr/>
        </p:nvSpPr>
        <p:spPr>
          <a:xfrm>
            <a:off x="9601200" y="6184900"/>
            <a:ext cx="177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contratação</a:t>
            </a:r>
            <a:endParaRPr lang="pt-BR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Organograma Time ENGIE</dc:title>
  <dc:subject>PptxGenJS Presentation</dc:subject>
  <dc:creator>PptxGenJS</dc:creator>
  <cp:lastModifiedBy>PptxGenJS</cp:lastModifiedBy>
  <cp:revision>1</cp:revision>
  <dcterms:created xsi:type="dcterms:W3CDTF">2026-10-02T21:03:56Z</dcterms:created>
  <dcterms:modified xsi:type="dcterms:W3CDTF">2026-10-02T21:03:56Z</dcterms:modified>
</cp:coreProperties>
</file>