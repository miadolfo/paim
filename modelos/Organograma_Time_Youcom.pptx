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Youcom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YOUCOM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322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322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· MARÍLIA MATTE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AMANDA BICCA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Executiva · Gestão da conta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KASSIA DE MORAES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Assistência · Gestão da conta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83200" y="1727200"/>
            <a:ext cx="0" cy="787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108200"/>
            <a:ext cx="39624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8000" y="2514600"/>
            <a:ext cx="86360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8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546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12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14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2800" y="2641600"/>
            <a:ext cx="1930400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895600" y="2641600"/>
            <a:ext cx="431800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CRIATIVO / CONTEÚDO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66000" y="2641600"/>
            <a:ext cx="193040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448800" y="2641600"/>
            <a:ext cx="1930400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" y="3136900"/>
            <a:ext cx="193040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39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2800" y="31369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MATEUS TOURINHO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95600" y="3136900"/>
            <a:ext cx="431800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95600" y="3136900"/>
            <a:ext cx="43180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CAROLINA COTTENS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· Redatora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48800" y="3136900"/>
            <a:ext cx="193040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272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48800" y="31369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ERICA RIGO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3695700"/>
            <a:ext cx="1930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2800" y="36957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LUCENA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48800" y="3695700"/>
            <a:ext cx="1930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48800" y="36957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NATASHA SCHIERZ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66000" y="3136900"/>
            <a:ext cx="1930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66000" y="3136900"/>
            <a:ext cx="1930400" cy="7112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ELISA MOURA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Shootings e ativações de marca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66000" y="3924300"/>
            <a:ext cx="19304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66000" y="3924300"/>
            <a:ext cx="19304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MARTA MENDONÇA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895600" y="3695700"/>
            <a:ext cx="212090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2895600" y="36957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SÊNIOR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contratação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92700" y="36957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92700" y="36957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KAFER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· Captação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895600" y="42418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95600" y="42418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PACHECO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92700" y="42418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92700" y="42418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SPECHT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 · PDV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95600" y="47879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895600" y="47879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ISABELLA SCHMITT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92700" y="4787900"/>
            <a:ext cx="21209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92700" y="4787900"/>
            <a:ext cx="2120900" cy="482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 VENTURA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895600" y="5334000"/>
            <a:ext cx="21209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895600" y="5334000"/>
            <a:ext cx="2120900" cy="6604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CAROLINA BARBOSA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092700" y="5334000"/>
            <a:ext cx="21209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092700" y="5334000"/>
            <a:ext cx="2120900" cy="6604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GIOVANA MAISTER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930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9248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982200" y="6343650"/>
            <a:ext cx="254000" cy="165100"/>
          </a:xfrm>
          <a:prstGeom prst="rect">
            <a:avLst/>
          </a:prstGeom>
          <a:solidFill>
            <a:srgbClr val="FCFBF9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10312400" y="6311900"/>
            <a:ext cx="127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contratação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Organograma Time Youcom</dc:title>
  <dc:subject>PptxGenJS Presentation</dc:subject>
  <dc:creator>PptxGenJS</dc:creator>
  <cp:lastModifiedBy>PptxGenJS</cp:lastModifiedBy>
  <cp:revision>1</cp:revision>
  <dcterms:created xsi:type="dcterms:W3CDTF">2026-10-02T21:03:56Z</dcterms:created>
  <dcterms:modified xsi:type="dcterms:W3CDTF">2026-10-02T21:03:56Z</dcterms:modified>
</cp:coreProperties>
</file>