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102"/>
    <p:sldId id="258" r:id="rId103"/>
    <p:sldId id="259" r:id="rId104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102" Type="http://schemas.openxmlformats.org/officeDocument/2006/relationships/slide" Target="slides/slide2.xml"/><Relationship Id="rId103" Type="http://schemas.openxmlformats.org/officeDocument/2006/relationships/slide" Target="slides/slide3.xml"/><Relationship Id="rId104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C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304800"/>
            <a:ext cx="279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PAIM</a:t>
            </a:r>
            <a:pPr indent="0" marL="0">
              <a:buNone/>
            </a:pPr>
            <a:r>
              <a:rPr lang="en-US" sz="1400" dirty="0">
                <a:solidFill>
                  <a:srgbClr val="EC6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pPr indent="0" marL="0">
              <a:buNone/>
            </a:pPr>
            <a:r>
              <a:rPr lang="en-US" sz="14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UNITED CREATORS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937000" y="304800"/>
            <a:ext cx="508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time de casa — Organograma time Camicado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609600"/>
            <a:ext cx="105664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ORGANOGRAMA GERAL · TIME CAMICADO</a:t>
            </a:r>
            <a:endParaRPr lang="en-US" sz="3200" dirty="0"/>
          </a:p>
        </p:txBody>
      </p:sp>
      <p:sp>
        <p:nvSpPr>
          <p:cNvPr id="5" name="Shape 5"/>
          <p:cNvSpPr/>
          <p:nvPr/>
        </p:nvSpPr>
        <p:spPr>
          <a:xfrm>
            <a:off x="4445000" y="1168400"/>
            <a:ext cx="3302000" cy="558800"/>
          </a:xfrm>
          <a:prstGeom prst="rect">
            <a:avLst/>
          </a:prstGeom>
          <a:solidFill>
            <a:srgbClr val="EC6A3B"/>
          </a:solidFill>
          <a:ln/>
        </p:spPr>
      </p:sp>
      <p:sp>
        <p:nvSpPr>
          <p:cNvPr id="6" name="Text 6"/>
          <p:cNvSpPr txBox="1"/>
          <p:nvPr/>
        </p:nvSpPr>
        <p:spPr>
          <a:xfrm>
            <a:off x="4445000" y="1168400"/>
            <a:ext cx="3302000" cy="558800"/>
          </a:xfrm>
          <a:prstGeom prst="rect">
            <a:avLst/>
          </a:prstGeom>
          <a:noFill/>
          <a:ln/>
        </p:spPr>
        <p:txBody>
          <a:bodyPr wrap="square" lIns="50800" tIns="76200" rIns="101600" bIns="508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pt-BR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GESTÃO DA CONTA · MINÉIA</a:t>
            </a:r>
            <a:endParaRPr lang="pt-BR" sz="13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pt-BR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Gestão da conta</a:t>
            </a:r>
            <a:endParaRPr lang="pt-BR" sz="1200" dirty="0"/>
          </a:p>
        </p:txBody>
      </p:sp>
      <p:sp>
        <p:nvSpPr>
          <p:cNvPr id="7" name="Shape 7"/>
          <p:cNvSpPr/>
          <p:nvPr/>
        </p:nvSpPr>
        <p:spPr>
          <a:xfrm>
            <a:off x="812800" y="1828800"/>
            <a:ext cx="3302000" cy="558800"/>
          </a:xfrm>
          <a:prstGeom prst="rect">
            <a:avLst/>
          </a:prstGeom>
          <a:solidFill>
            <a:srgbClr val="EFEEEC"/>
          </a:solidFill>
          <a:ln/>
        </p:spPr>
      </p:sp>
      <p:sp>
        <p:nvSpPr>
          <p:cNvPr id="8" name="Text 8"/>
          <p:cNvSpPr txBox="1"/>
          <p:nvPr/>
        </p:nvSpPr>
        <p:spPr>
          <a:xfrm>
            <a:off x="812800" y="1828800"/>
            <a:ext cx="3302000" cy="558800"/>
          </a:xfrm>
          <a:prstGeom prst="rect">
            <a:avLst/>
          </a:prstGeom>
          <a:noFill/>
          <a:ln/>
        </p:spPr>
        <p:txBody>
          <a:bodyPr wrap="square" lIns="50800" tIns="76200" rIns="101600" bIns="508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pt-BR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DUDA WOLF</a:t>
            </a:r>
            <a:endParaRPr lang="pt-BR" sz="13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pt-BR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Atendimento sênior</a:t>
            </a:r>
            <a:endParaRPr lang="pt-BR" sz="1200" dirty="0"/>
          </a:p>
        </p:txBody>
      </p:sp>
      <p:sp>
        <p:nvSpPr>
          <p:cNvPr id="9" name="Shape 9"/>
          <p:cNvSpPr/>
          <p:nvPr/>
        </p:nvSpPr>
        <p:spPr>
          <a:xfrm>
            <a:off x="8077200" y="1828800"/>
            <a:ext cx="3302000" cy="558800"/>
          </a:xfrm>
          <a:prstGeom prst="rect">
            <a:avLst/>
          </a:prstGeom>
          <a:solidFill>
            <a:srgbClr val="EFEEEC"/>
          </a:solidFill>
          <a:ln/>
        </p:spPr>
      </p:sp>
      <p:sp>
        <p:nvSpPr>
          <p:cNvPr id="10" name="Text 10"/>
          <p:cNvSpPr txBox="1"/>
          <p:nvPr/>
        </p:nvSpPr>
        <p:spPr>
          <a:xfrm>
            <a:off x="8077200" y="1828800"/>
            <a:ext cx="3302000" cy="558800"/>
          </a:xfrm>
          <a:prstGeom prst="rect">
            <a:avLst/>
          </a:prstGeom>
          <a:noFill/>
          <a:ln/>
        </p:spPr>
        <p:txBody>
          <a:bodyPr wrap="square" lIns="50800" tIns="76200" rIns="101600" bIns="508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pt-BR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BRUNA CAVALHEIRO</a:t>
            </a:r>
            <a:endParaRPr lang="pt-BR" sz="13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pt-BR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Atendimento júnior</a:t>
            </a:r>
            <a:endParaRPr lang="pt-BR" sz="1200" dirty="0"/>
          </a:p>
        </p:txBody>
      </p:sp>
      <p:sp>
        <p:nvSpPr>
          <p:cNvPr id="11" name="Shape 11"/>
          <p:cNvSpPr/>
          <p:nvPr/>
        </p:nvSpPr>
        <p:spPr>
          <a:xfrm>
            <a:off x="4114800" y="2108200"/>
            <a:ext cx="3962400" cy="0"/>
          </a:xfrm>
          <a:prstGeom prst="line">
            <a:avLst/>
          </a:prstGeom>
          <a:noFill/>
          <a:ln w="19050">
            <a:solidFill>
              <a:srgbClr val="141414"/>
            </a:solidFill>
            <a:prstDash val="solid"/>
          </a:ln>
        </p:spPr>
      </p:sp>
      <p:sp>
        <p:nvSpPr>
          <p:cNvPr id="12" name="Shape 12"/>
          <p:cNvSpPr/>
          <p:nvPr/>
        </p:nvSpPr>
        <p:spPr>
          <a:xfrm>
            <a:off x="6096000" y="1727200"/>
            <a:ext cx="0" cy="787400"/>
          </a:xfrm>
          <a:prstGeom prst="line">
            <a:avLst/>
          </a:prstGeom>
          <a:noFill/>
          <a:ln w="19050">
            <a:solidFill>
              <a:srgbClr val="141414"/>
            </a:solidFill>
            <a:prstDash val="solid"/>
          </a:ln>
        </p:spPr>
      </p:sp>
      <p:sp>
        <p:nvSpPr>
          <p:cNvPr id="13" name="Shape 13"/>
          <p:cNvSpPr/>
          <p:nvPr/>
        </p:nvSpPr>
        <p:spPr>
          <a:xfrm>
            <a:off x="1642533" y="2514600"/>
            <a:ext cx="8906931" cy="0"/>
          </a:xfrm>
          <a:prstGeom prst="line">
            <a:avLst/>
          </a:prstGeom>
          <a:noFill/>
          <a:ln w="19050">
            <a:solidFill>
              <a:srgbClr val="141414"/>
            </a:solidFill>
            <a:prstDash val="solid"/>
          </a:ln>
        </p:spPr>
      </p:sp>
      <p:sp>
        <p:nvSpPr>
          <p:cNvPr id="14" name="Shape 14"/>
          <p:cNvSpPr/>
          <p:nvPr/>
        </p:nvSpPr>
        <p:spPr>
          <a:xfrm>
            <a:off x="1642533" y="2514600"/>
            <a:ext cx="0" cy="127000"/>
          </a:xfrm>
          <a:prstGeom prst="line">
            <a:avLst/>
          </a:prstGeom>
          <a:noFill/>
          <a:ln w="19050">
            <a:solidFill>
              <a:srgbClr val="141414"/>
            </a:solidFill>
            <a:prstDash val="solid"/>
          </a:ln>
        </p:spPr>
      </p:sp>
      <p:sp>
        <p:nvSpPr>
          <p:cNvPr id="15" name="Shape 15"/>
          <p:cNvSpPr/>
          <p:nvPr/>
        </p:nvSpPr>
        <p:spPr>
          <a:xfrm>
            <a:off x="3454399" y="2514600"/>
            <a:ext cx="0" cy="127000"/>
          </a:xfrm>
          <a:prstGeom prst="line">
            <a:avLst/>
          </a:prstGeom>
          <a:noFill/>
          <a:ln w="19050">
            <a:solidFill>
              <a:srgbClr val="141414"/>
            </a:solidFill>
            <a:prstDash val="solid"/>
          </a:ln>
        </p:spPr>
      </p:sp>
      <p:sp>
        <p:nvSpPr>
          <p:cNvPr id="16" name="Shape 16"/>
          <p:cNvSpPr/>
          <p:nvPr/>
        </p:nvSpPr>
        <p:spPr>
          <a:xfrm>
            <a:off x="6095998" y="2514600"/>
            <a:ext cx="0" cy="127000"/>
          </a:xfrm>
          <a:prstGeom prst="line">
            <a:avLst/>
          </a:prstGeom>
          <a:noFill/>
          <a:ln w="19050">
            <a:solidFill>
              <a:srgbClr val="141414"/>
            </a:solidFill>
            <a:prstDash val="solid"/>
          </a:ln>
        </p:spPr>
      </p:sp>
      <p:sp>
        <p:nvSpPr>
          <p:cNvPr id="17" name="Shape 17"/>
          <p:cNvSpPr/>
          <p:nvPr/>
        </p:nvSpPr>
        <p:spPr>
          <a:xfrm>
            <a:off x="8737598" y="2514600"/>
            <a:ext cx="0" cy="127000"/>
          </a:xfrm>
          <a:prstGeom prst="line">
            <a:avLst/>
          </a:prstGeom>
          <a:noFill/>
          <a:ln w="19050">
            <a:solidFill>
              <a:srgbClr val="141414"/>
            </a:solidFill>
            <a:prstDash val="solid"/>
          </a:ln>
        </p:spPr>
      </p:sp>
      <p:sp>
        <p:nvSpPr>
          <p:cNvPr id="18" name="Shape 18"/>
          <p:cNvSpPr/>
          <p:nvPr/>
        </p:nvSpPr>
        <p:spPr>
          <a:xfrm>
            <a:off x="10549464" y="2514600"/>
            <a:ext cx="0" cy="127000"/>
          </a:xfrm>
          <a:prstGeom prst="line">
            <a:avLst/>
          </a:prstGeom>
          <a:noFill/>
          <a:ln w="19050">
            <a:solidFill>
              <a:srgbClr val="141414"/>
            </a:solidFill>
            <a:prstDash val="solid"/>
          </a:ln>
        </p:spPr>
      </p:sp>
      <p:sp>
        <p:nvSpPr>
          <p:cNvPr id="19" name="Text 19"/>
          <p:cNvSpPr txBox="1"/>
          <p:nvPr/>
        </p:nvSpPr>
        <p:spPr>
          <a:xfrm>
            <a:off x="812800" y="2641600"/>
            <a:ext cx="1659466" cy="419100"/>
          </a:xfrm>
          <a:prstGeom prst="rect">
            <a:avLst/>
          </a:prstGeom>
          <a:solidFill>
            <a:srgbClr val="B8393A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pt-BR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PLANEJAMENTO</a:t>
            </a:r>
            <a:endParaRPr lang="pt-BR" sz="1400" dirty="0"/>
          </a:p>
        </p:txBody>
      </p:sp>
      <p:sp>
        <p:nvSpPr>
          <p:cNvPr id="20" name="Shape 20"/>
          <p:cNvSpPr/>
          <p:nvPr/>
        </p:nvSpPr>
        <p:spPr>
          <a:xfrm>
            <a:off x="812800" y="3136900"/>
            <a:ext cx="1659466" cy="699516"/>
          </a:xfrm>
          <a:prstGeom prst="rect">
            <a:avLst/>
          </a:prstGeom>
          <a:solidFill>
            <a:srgbClr val="FFFFFF"/>
          </a:solidFill>
          <a:ln w="12700">
            <a:solidFill>
              <a:srgbClr val="E3E1DE"/>
            </a:solidFill>
            <a:prstDash val="solid"/>
          </a:ln>
        </p:spPr>
      </p:sp>
      <p:sp>
        <p:nvSpPr>
          <p:cNvPr id="21" name="Text 21"/>
          <p:cNvSpPr txBox="1"/>
          <p:nvPr/>
        </p:nvSpPr>
        <p:spPr>
          <a:xfrm>
            <a:off x="812800" y="3136900"/>
            <a:ext cx="1659466" cy="699516"/>
          </a:xfrm>
          <a:prstGeom prst="rect">
            <a:avLst/>
          </a:prstGeom>
          <a:noFill/>
          <a:ln/>
        </p:spPr>
        <p:txBody>
          <a:bodyPr wrap="square" lIns="50800" tIns="76200" rIns="101600" bIns="5080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pt-BR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MATEUS TOURINHO</a:t>
            </a:r>
            <a:endParaRPr lang="pt-BR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pt-BR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Planejamento</a:t>
            </a:r>
            <a:endParaRPr lang="pt-BR" sz="1200" dirty="0"/>
          </a:p>
        </p:txBody>
      </p:sp>
      <p:sp>
        <p:nvSpPr>
          <p:cNvPr id="22" name="Text 22"/>
          <p:cNvSpPr txBox="1"/>
          <p:nvPr/>
        </p:nvSpPr>
        <p:spPr>
          <a:xfrm>
            <a:off x="2624666" y="2641600"/>
            <a:ext cx="1659466" cy="419100"/>
          </a:xfrm>
          <a:prstGeom prst="rect">
            <a:avLst/>
          </a:prstGeom>
          <a:solidFill>
            <a:srgbClr val="7C2722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pt-BR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MÍDIA</a:t>
            </a:r>
            <a:endParaRPr lang="pt-BR" sz="1400" dirty="0"/>
          </a:p>
        </p:txBody>
      </p:sp>
      <p:sp>
        <p:nvSpPr>
          <p:cNvPr id="23" name="Shape 23"/>
          <p:cNvSpPr/>
          <p:nvPr/>
        </p:nvSpPr>
        <p:spPr>
          <a:xfrm>
            <a:off x="2624666" y="3136900"/>
            <a:ext cx="1659466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1DE"/>
            </a:solidFill>
            <a:prstDash val="solid"/>
          </a:ln>
        </p:spPr>
      </p:sp>
      <p:sp>
        <p:nvSpPr>
          <p:cNvPr id="24" name="Text 24"/>
          <p:cNvSpPr txBox="1"/>
          <p:nvPr/>
        </p:nvSpPr>
        <p:spPr>
          <a:xfrm>
            <a:off x="2624666" y="3136900"/>
            <a:ext cx="1659466" cy="521208"/>
          </a:xfrm>
          <a:prstGeom prst="rect">
            <a:avLst/>
          </a:prstGeom>
          <a:noFill/>
          <a:ln/>
        </p:spPr>
        <p:txBody>
          <a:bodyPr wrap="square" lIns="50800" tIns="76200" rIns="101600" bIns="5080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pt-BR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LUISA CANTELLI</a:t>
            </a:r>
            <a:endParaRPr lang="pt-BR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pt-BR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Mídia</a:t>
            </a:r>
            <a:endParaRPr lang="pt-BR" sz="1200" dirty="0"/>
          </a:p>
        </p:txBody>
      </p:sp>
      <p:sp>
        <p:nvSpPr>
          <p:cNvPr id="25" name="Text 25"/>
          <p:cNvSpPr txBox="1"/>
          <p:nvPr/>
        </p:nvSpPr>
        <p:spPr>
          <a:xfrm>
            <a:off x="4436532" y="2641600"/>
            <a:ext cx="3318933" cy="419100"/>
          </a:xfrm>
          <a:prstGeom prst="rect">
            <a:avLst/>
          </a:prstGeom>
          <a:solidFill>
            <a:srgbClr val="EC6A3B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pt-BR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CRIAÇÃO</a:t>
            </a:r>
            <a:endParaRPr lang="pt-BR" sz="1400" dirty="0"/>
          </a:p>
        </p:txBody>
      </p:sp>
      <p:sp>
        <p:nvSpPr>
          <p:cNvPr id="26" name="Shape 26"/>
          <p:cNvSpPr/>
          <p:nvPr/>
        </p:nvSpPr>
        <p:spPr>
          <a:xfrm>
            <a:off x="4436532" y="3136900"/>
            <a:ext cx="3318933" cy="521208"/>
          </a:xfrm>
          <a:prstGeom prst="rect">
            <a:avLst/>
          </a:prstGeom>
          <a:solidFill>
            <a:srgbClr val="FFFFFF"/>
          </a:solidFill>
          <a:ln w="19050">
            <a:solidFill>
              <a:srgbClr val="EC6A3B"/>
            </a:solidFill>
            <a:prstDash val="solid"/>
          </a:ln>
        </p:spPr>
      </p:sp>
      <p:sp>
        <p:nvSpPr>
          <p:cNvPr id="27" name="Text 27"/>
          <p:cNvSpPr txBox="1"/>
          <p:nvPr/>
        </p:nvSpPr>
        <p:spPr>
          <a:xfrm>
            <a:off x="4436532" y="3136900"/>
            <a:ext cx="3318933" cy="521208"/>
          </a:xfrm>
          <a:prstGeom prst="rect">
            <a:avLst/>
          </a:prstGeom>
          <a:noFill/>
          <a:ln/>
        </p:spPr>
        <p:txBody>
          <a:bodyPr wrap="square" lIns="50800" tIns="76200" rIns="101600" bIns="508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pt-BR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ISA SILVEIRA + LEO TORRES</a:t>
            </a:r>
            <a:endParaRPr lang="pt-BR" sz="12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pt-BR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Liderança de criação</a:t>
            </a:r>
            <a:endParaRPr lang="pt-BR" sz="1200" dirty="0"/>
          </a:p>
        </p:txBody>
      </p:sp>
      <p:sp>
        <p:nvSpPr>
          <p:cNvPr id="28" name="Shape 28"/>
          <p:cNvSpPr/>
          <p:nvPr/>
        </p:nvSpPr>
        <p:spPr>
          <a:xfrm>
            <a:off x="4436532" y="3721608"/>
            <a:ext cx="1621366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1DE"/>
            </a:solidFill>
            <a:prstDash val="solid"/>
          </a:ln>
        </p:spPr>
      </p:sp>
      <p:sp>
        <p:nvSpPr>
          <p:cNvPr id="29" name="Text 29"/>
          <p:cNvSpPr txBox="1"/>
          <p:nvPr/>
        </p:nvSpPr>
        <p:spPr>
          <a:xfrm>
            <a:off x="4436532" y="3721608"/>
            <a:ext cx="1621366" cy="521208"/>
          </a:xfrm>
          <a:prstGeom prst="rect">
            <a:avLst/>
          </a:prstGeom>
          <a:noFill/>
          <a:ln/>
        </p:spPr>
        <p:txBody>
          <a:bodyPr wrap="square" lIns="50800" tIns="76200" rIns="101600" bIns="5080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pt-BR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DANIEL</a:t>
            </a:r>
            <a:endParaRPr lang="pt-BR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pt-BR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Criação</a:t>
            </a:r>
            <a:endParaRPr lang="pt-BR" sz="1200" dirty="0"/>
          </a:p>
        </p:txBody>
      </p:sp>
      <p:sp>
        <p:nvSpPr>
          <p:cNvPr id="30" name="Shape 30"/>
          <p:cNvSpPr/>
          <p:nvPr/>
        </p:nvSpPr>
        <p:spPr>
          <a:xfrm>
            <a:off x="6134098" y="3721608"/>
            <a:ext cx="1621366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1DE"/>
            </a:solidFill>
            <a:prstDash val="solid"/>
          </a:ln>
        </p:spPr>
      </p:sp>
      <p:sp>
        <p:nvSpPr>
          <p:cNvPr id="31" name="Text 31"/>
          <p:cNvSpPr txBox="1"/>
          <p:nvPr/>
        </p:nvSpPr>
        <p:spPr>
          <a:xfrm>
            <a:off x="6134098" y="3721608"/>
            <a:ext cx="1621366" cy="521208"/>
          </a:xfrm>
          <a:prstGeom prst="rect">
            <a:avLst/>
          </a:prstGeom>
          <a:noFill/>
          <a:ln/>
        </p:spPr>
        <p:txBody>
          <a:bodyPr wrap="square" lIns="50800" tIns="76200" rIns="101600" bIns="5080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pt-BR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JOÃO</a:t>
            </a:r>
            <a:endParaRPr lang="pt-BR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pt-BR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Criação</a:t>
            </a:r>
            <a:endParaRPr lang="pt-BR" sz="1200" dirty="0"/>
          </a:p>
        </p:txBody>
      </p:sp>
      <p:sp>
        <p:nvSpPr>
          <p:cNvPr id="32" name="Shape 32"/>
          <p:cNvSpPr/>
          <p:nvPr/>
        </p:nvSpPr>
        <p:spPr>
          <a:xfrm>
            <a:off x="4436532" y="4306316"/>
            <a:ext cx="1621366" cy="521208"/>
          </a:xfrm>
          <a:prstGeom prst="rect">
            <a:avLst/>
          </a:prstGeom>
          <a:solidFill>
            <a:srgbClr val="FFFFFF"/>
          </a:solidFill>
          <a:ln w="19050">
            <a:solidFill>
              <a:srgbClr val="EC6A3B"/>
            </a:solidFill>
            <a:prstDash val="dash"/>
          </a:ln>
        </p:spPr>
      </p:sp>
      <p:sp>
        <p:nvSpPr>
          <p:cNvPr id="33" name="Text 33"/>
          <p:cNvSpPr txBox="1"/>
          <p:nvPr/>
        </p:nvSpPr>
        <p:spPr>
          <a:xfrm>
            <a:off x="4436532" y="4306316"/>
            <a:ext cx="1621366" cy="521208"/>
          </a:xfrm>
          <a:prstGeom prst="rect">
            <a:avLst/>
          </a:prstGeom>
          <a:noFill/>
          <a:ln/>
        </p:spPr>
        <p:txBody>
          <a:bodyPr wrap="square" lIns="50800" tIns="76200" rIns="101600" bIns="5080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pt-BR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D.A.</a:t>
            </a:r>
            <a:endParaRPr lang="pt-BR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pt-BR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definir</a:t>
            </a:r>
            <a:endParaRPr lang="pt-BR" sz="1200" dirty="0"/>
          </a:p>
        </p:txBody>
      </p:sp>
      <p:sp>
        <p:nvSpPr>
          <p:cNvPr id="34" name="Shape 34"/>
          <p:cNvSpPr/>
          <p:nvPr/>
        </p:nvSpPr>
        <p:spPr>
          <a:xfrm>
            <a:off x="6134098" y="4306316"/>
            <a:ext cx="1621366" cy="521208"/>
          </a:xfrm>
          <a:prstGeom prst="rect">
            <a:avLst/>
          </a:prstGeom>
          <a:solidFill>
            <a:srgbClr val="FFFFFF"/>
          </a:solidFill>
          <a:ln w="19050">
            <a:solidFill>
              <a:srgbClr val="EC6A3B"/>
            </a:solidFill>
            <a:prstDash val="dash"/>
          </a:ln>
        </p:spPr>
      </p:sp>
      <p:sp>
        <p:nvSpPr>
          <p:cNvPr id="35" name="Text 35"/>
          <p:cNvSpPr txBox="1"/>
          <p:nvPr/>
        </p:nvSpPr>
        <p:spPr>
          <a:xfrm>
            <a:off x="6134098" y="4306316"/>
            <a:ext cx="1621366" cy="521208"/>
          </a:xfrm>
          <a:prstGeom prst="rect">
            <a:avLst/>
          </a:prstGeom>
          <a:noFill/>
          <a:ln/>
        </p:spPr>
        <p:txBody>
          <a:bodyPr wrap="square" lIns="50800" tIns="76200" rIns="101600" bIns="5080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pt-BR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REDAÇÃO</a:t>
            </a:r>
            <a:endParaRPr lang="pt-BR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pt-BR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definir</a:t>
            </a:r>
            <a:endParaRPr lang="pt-BR" sz="1200" dirty="0"/>
          </a:p>
        </p:txBody>
      </p:sp>
      <p:sp>
        <p:nvSpPr>
          <p:cNvPr id="36" name="Text 36"/>
          <p:cNvSpPr txBox="1"/>
          <p:nvPr/>
        </p:nvSpPr>
        <p:spPr>
          <a:xfrm>
            <a:off x="7907865" y="2641600"/>
            <a:ext cx="1659466" cy="419100"/>
          </a:xfrm>
          <a:prstGeom prst="rect">
            <a:avLst/>
          </a:prstGeom>
          <a:solidFill>
            <a:srgbClr val="141414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pt-BR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PRODUÇÃO</a:t>
            </a:r>
            <a:endParaRPr lang="pt-BR" sz="1400" dirty="0"/>
          </a:p>
        </p:txBody>
      </p:sp>
      <p:sp>
        <p:nvSpPr>
          <p:cNvPr id="37" name="Shape 37"/>
          <p:cNvSpPr/>
          <p:nvPr/>
        </p:nvSpPr>
        <p:spPr>
          <a:xfrm>
            <a:off x="7907865" y="3136900"/>
            <a:ext cx="1659466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1DE"/>
            </a:solidFill>
            <a:prstDash val="solid"/>
          </a:ln>
        </p:spPr>
      </p:sp>
      <p:sp>
        <p:nvSpPr>
          <p:cNvPr id="38" name="Text 38"/>
          <p:cNvSpPr txBox="1"/>
          <p:nvPr/>
        </p:nvSpPr>
        <p:spPr>
          <a:xfrm>
            <a:off x="7907865" y="3136900"/>
            <a:ext cx="1659466" cy="521208"/>
          </a:xfrm>
          <a:prstGeom prst="rect">
            <a:avLst/>
          </a:prstGeom>
          <a:noFill/>
          <a:ln/>
        </p:spPr>
        <p:txBody>
          <a:bodyPr wrap="square" lIns="50800" tIns="76200" rIns="101600" bIns="5080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pt-BR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 PAULA LUCE</a:t>
            </a:r>
            <a:endParaRPr lang="pt-BR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pt-BR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Produção</a:t>
            </a:r>
            <a:endParaRPr lang="pt-BR" sz="1200" dirty="0"/>
          </a:p>
        </p:txBody>
      </p:sp>
      <p:sp>
        <p:nvSpPr>
          <p:cNvPr id="39" name="Shape 39"/>
          <p:cNvSpPr/>
          <p:nvPr/>
        </p:nvSpPr>
        <p:spPr>
          <a:xfrm>
            <a:off x="7907865" y="3721608"/>
            <a:ext cx="1659466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1DE"/>
            </a:solidFill>
            <a:prstDash val="solid"/>
          </a:ln>
        </p:spPr>
      </p:sp>
      <p:sp>
        <p:nvSpPr>
          <p:cNvPr id="40" name="Text 40"/>
          <p:cNvSpPr txBox="1"/>
          <p:nvPr/>
        </p:nvSpPr>
        <p:spPr>
          <a:xfrm>
            <a:off x="7907865" y="3721608"/>
            <a:ext cx="1659466" cy="521208"/>
          </a:xfrm>
          <a:prstGeom prst="rect">
            <a:avLst/>
          </a:prstGeom>
          <a:noFill/>
          <a:ln/>
        </p:spPr>
        <p:txBody>
          <a:bodyPr wrap="square" lIns="50800" tIns="76200" rIns="101600" bIns="5080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pt-BR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ALEX</a:t>
            </a:r>
            <a:endParaRPr lang="pt-BR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pt-BR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Produção</a:t>
            </a:r>
            <a:endParaRPr lang="pt-BR" sz="1200" dirty="0"/>
          </a:p>
        </p:txBody>
      </p:sp>
      <p:sp>
        <p:nvSpPr>
          <p:cNvPr id="41" name="Text 41"/>
          <p:cNvSpPr txBox="1"/>
          <p:nvPr/>
        </p:nvSpPr>
        <p:spPr>
          <a:xfrm>
            <a:off x="9719731" y="2641600"/>
            <a:ext cx="1659466" cy="419100"/>
          </a:xfrm>
          <a:prstGeom prst="rect">
            <a:avLst/>
          </a:prstGeom>
          <a:solidFill>
            <a:srgbClr val="5E5E5E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pt-BR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ESTÚDIO</a:t>
            </a:r>
            <a:endParaRPr lang="pt-BR" sz="1400" dirty="0"/>
          </a:p>
        </p:txBody>
      </p:sp>
      <p:sp>
        <p:nvSpPr>
          <p:cNvPr id="42" name="Shape 42"/>
          <p:cNvSpPr/>
          <p:nvPr/>
        </p:nvSpPr>
        <p:spPr>
          <a:xfrm>
            <a:off x="9719731" y="3136900"/>
            <a:ext cx="1659466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1DE"/>
            </a:solidFill>
            <a:prstDash val="solid"/>
          </a:ln>
        </p:spPr>
      </p:sp>
      <p:sp>
        <p:nvSpPr>
          <p:cNvPr id="43" name="Text 43"/>
          <p:cNvSpPr txBox="1"/>
          <p:nvPr/>
        </p:nvSpPr>
        <p:spPr>
          <a:xfrm>
            <a:off x="9719731" y="3136900"/>
            <a:ext cx="1659466" cy="521208"/>
          </a:xfrm>
          <a:prstGeom prst="rect">
            <a:avLst/>
          </a:prstGeom>
          <a:noFill/>
          <a:ln/>
        </p:spPr>
        <p:txBody>
          <a:bodyPr wrap="square" lIns="50800" tIns="76200" rIns="101600" bIns="5080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pt-BR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VANIS</a:t>
            </a:r>
            <a:endParaRPr lang="pt-BR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pt-BR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Estúdio</a:t>
            </a:r>
            <a:endParaRPr lang="pt-BR" sz="1200" dirty="0"/>
          </a:p>
        </p:txBody>
      </p:sp>
      <p:sp>
        <p:nvSpPr>
          <p:cNvPr id="44" name="Text 44"/>
          <p:cNvSpPr txBox="1"/>
          <p:nvPr/>
        </p:nvSpPr>
        <p:spPr>
          <a:xfrm>
            <a:off x="10528808" y="6311900"/>
            <a:ext cx="850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pt-BR" sz="12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definir</a:t>
            </a:r>
            <a:endParaRPr lang="pt-BR" sz="1200" dirty="0"/>
          </a:p>
        </p:txBody>
      </p:sp>
      <p:sp>
        <p:nvSpPr>
          <p:cNvPr id="45" name="Shape 45"/>
          <p:cNvSpPr/>
          <p:nvPr/>
        </p:nvSpPr>
        <p:spPr>
          <a:xfrm>
            <a:off x="10173208" y="6343650"/>
            <a:ext cx="254000" cy="165100"/>
          </a:xfrm>
          <a:prstGeom prst="rect">
            <a:avLst/>
          </a:prstGeom>
          <a:solidFill>
            <a:srgbClr val="FCFBF9"/>
          </a:solidFill>
          <a:ln w="19050">
            <a:solidFill>
              <a:srgbClr val="EC6A3B"/>
            </a:solidFill>
            <a:prstDash val="dash"/>
          </a:ln>
        </p:spPr>
      </p:sp>
      <p:sp>
        <p:nvSpPr>
          <p:cNvPr id="46" name="Text 46"/>
          <p:cNvSpPr txBox="1"/>
          <p:nvPr/>
        </p:nvSpPr>
        <p:spPr>
          <a:xfrm>
            <a:off x="7963408" y="6311900"/>
            <a:ext cx="190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pt-BR" sz="12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Liderança (responde a)</a:t>
            </a:r>
            <a:endParaRPr lang="pt-BR" sz="1200" dirty="0"/>
          </a:p>
        </p:txBody>
      </p:sp>
      <p:sp>
        <p:nvSpPr>
          <p:cNvPr id="47" name="Shape 47"/>
          <p:cNvSpPr/>
          <p:nvPr/>
        </p:nvSpPr>
        <p:spPr>
          <a:xfrm>
            <a:off x="7531608" y="6426200"/>
            <a:ext cx="355600" cy="0"/>
          </a:xfrm>
          <a:prstGeom prst="line">
            <a:avLst/>
          </a:prstGeom>
          <a:noFill/>
          <a:ln w="19050">
            <a:solidFill>
              <a:srgbClr val="141414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C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304800"/>
            <a:ext cx="279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PAIM</a:t>
            </a:r>
            <a:pPr indent="0" marL="0">
              <a:buNone/>
            </a:pPr>
            <a:r>
              <a:rPr lang="en-US" sz="1400" dirty="0">
                <a:solidFill>
                  <a:srgbClr val="EC6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pPr indent="0" marL="0">
              <a:buNone/>
            </a:pPr>
            <a:r>
              <a:rPr lang="en-US" sz="14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UNITED CREATORS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937000" y="304800"/>
            <a:ext cx="508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time de casa — Organograma time Phyto Parfums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609600"/>
            <a:ext cx="105664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ORGANOGRAMA GERAL · TIME PHYTO PARFUMS</a:t>
            </a:r>
            <a:endParaRPr lang="en-US" sz="3200" dirty="0"/>
          </a:p>
        </p:txBody>
      </p:sp>
      <p:sp>
        <p:nvSpPr>
          <p:cNvPr id="5" name="Shape 5"/>
          <p:cNvSpPr/>
          <p:nvPr/>
        </p:nvSpPr>
        <p:spPr>
          <a:xfrm>
            <a:off x="4445000" y="1168400"/>
            <a:ext cx="3302000" cy="558800"/>
          </a:xfrm>
          <a:prstGeom prst="rect">
            <a:avLst/>
          </a:prstGeom>
          <a:solidFill>
            <a:srgbClr val="EC6A3B"/>
          </a:solidFill>
          <a:ln/>
        </p:spPr>
      </p:sp>
      <p:sp>
        <p:nvSpPr>
          <p:cNvPr id="6" name="Text 6"/>
          <p:cNvSpPr txBox="1"/>
          <p:nvPr/>
        </p:nvSpPr>
        <p:spPr>
          <a:xfrm>
            <a:off x="4445000" y="1168400"/>
            <a:ext cx="3302000" cy="558800"/>
          </a:xfrm>
          <a:prstGeom prst="rect">
            <a:avLst/>
          </a:prstGeom>
          <a:noFill/>
          <a:ln/>
        </p:spPr>
        <p:txBody>
          <a:bodyPr wrap="square" lIns="50800" tIns="76200" rIns="101600" bIns="508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pt-BR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GESTÃO DA CONTA · MINÉIA</a:t>
            </a:r>
            <a:endParaRPr lang="pt-BR" sz="13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pt-BR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Gestão da conta</a:t>
            </a:r>
            <a:endParaRPr lang="pt-BR" sz="1200" dirty="0"/>
          </a:p>
        </p:txBody>
      </p:sp>
      <p:sp>
        <p:nvSpPr>
          <p:cNvPr id="7" name="Shape 7"/>
          <p:cNvSpPr/>
          <p:nvPr/>
        </p:nvSpPr>
        <p:spPr>
          <a:xfrm>
            <a:off x="6096000" y="1727200"/>
            <a:ext cx="0" cy="101600"/>
          </a:xfrm>
          <a:prstGeom prst="line">
            <a:avLst/>
          </a:prstGeom>
          <a:noFill/>
          <a:ln w="19050">
            <a:solidFill>
              <a:srgbClr val="141414"/>
            </a:solidFill>
            <a:prstDash val="solid"/>
          </a:ln>
        </p:spPr>
      </p:sp>
      <p:sp>
        <p:nvSpPr>
          <p:cNvPr id="8" name="Shape 8"/>
          <p:cNvSpPr/>
          <p:nvPr/>
        </p:nvSpPr>
        <p:spPr>
          <a:xfrm>
            <a:off x="4445000" y="1828800"/>
            <a:ext cx="3302000" cy="558800"/>
          </a:xfrm>
          <a:prstGeom prst="rect">
            <a:avLst/>
          </a:prstGeom>
          <a:solidFill>
            <a:srgbClr val="EFEEEC"/>
          </a:solidFill>
          <a:ln/>
        </p:spPr>
      </p:sp>
      <p:sp>
        <p:nvSpPr>
          <p:cNvPr id="9" name="Text 9"/>
          <p:cNvSpPr txBox="1"/>
          <p:nvPr/>
        </p:nvSpPr>
        <p:spPr>
          <a:xfrm>
            <a:off x="4445000" y="1828800"/>
            <a:ext cx="3302000" cy="558800"/>
          </a:xfrm>
          <a:prstGeom prst="rect">
            <a:avLst/>
          </a:prstGeom>
          <a:noFill/>
          <a:ln/>
        </p:spPr>
        <p:txBody>
          <a:bodyPr wrap="square" lIns="50800" tIns="76200" rIns="101600" bIns="508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pt-BR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BRUNA CAVALHEIRO</a:t>
            </a:r>
            <a:endParaRPr lang="pt-BR" sz="13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pt-BR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Atendimento júnior</a:t>
            </a:r>
            <a:endParaRPr lang="pt-BR" sz="1200" dirty="0"/>
          </a:p>
        </p:txBody>
      </p:sp>
      <p:sp>
        <p:nvSpPr>
          <p:cNvPr id="10" name="Shape 10"/>
          <p:cNvSpPr/>
          <p:nvPr/>
        </p:nvSpPr>
        <p:spPr>
          <a:xfrm>
            <a:off x="6096000" y="2387600"/>
            <a:ext cx="0" cy="127000"/>
          </a:xfrm>
          <a:prstGeom prst="line">
            <a:avLst/>
          </a:prstGeom>
          <a:noFill/>
          <a:ln w="19050">
            <a:solidFill>
              <a:srgbClr val="141414"/>
            </a:solidFill>
            <a:prstDash val="solid"/>
          </a:ln>
        </p:spPr>
      </p:sp>
      <p:sp>
        <p:nvSpPr>
          <p:cNvPr id="11" name="Shape 11"/>
          <p:cNvSpPr/>
          <p:nvPr/>
        </p:nvSpPr>
        <p:spPr>
          <a:xfrm>
            <a:off x="1823720" y="2514600"/>
            <a:ext cx="8544560" cy="0"/>
          </a:xfrm>
          <a:prstGeom prst="line">
            <a:avLst/>
          </a:prstGeom>
          <a:noFill/>
          <a:ln w="19050">
            <a:solidFill>
              <a:srgbClr val="141414"/>
            </a:solidFill>
            <a:prstDash val="solid"/>
          </a:ln>
        </p:spPr>
      </p:sp>
      <p:sp>
        <p:nvSpPr>
          <p:cNvPr id="12" name="Shape 12"/>
          <p:cNvSpPr/>
          <p:nvPr/>
        </p:nvSpPr>
        <p:spPr>
          <a:xfrm>
            <a:off x="1823720" y="2514600"/>
            <a:ext cx="0" cy="127000"/>
          </a:xfrm>
          <a:prstGeom prst="line">
            <a:avLst/>
          </a:prstGeom>
          <a:noFill/>
          <a:ln w="19050">
            <a:solidFill>
              <a:srgbClr val="141414"/>
            </a:solidFill>
            <a:prstDash val="solid"/>
          </a:ln>
        </p:spPr>
      </p:sp>
      <p:sp>
        <p:nvSpPr>
          <p:cNvPr id="13" name="Shape 13"/>
          <p:cNvSpPr/>
          <p:nvPr/>
        </p:nvSpPr>
        <p:spPr>
          <a:xfrm>
            <a:off x="3997960" y="2514600"/>
            <a:ext cx="0" cy="127000"/>
          </a:xfrm>
          <a:prstGeom prst="line">
            <a:avLst/>
          </a:prstGeom>
          <a:noFill/>
          <a:ln w="19050">
            <a:solidFill>
              <a:srgbClr val="141414"/>
            </a:solidFill>
            <a:prstDash val="solid"/>
          </a:ln>
        </p:spPr>
      </p:sp>
      <p:sp>
        <p:nvSpPr>
          <p:cNvPr id="14" name="Shape 14"/>
          <p:cNvSpPr/>
          <p:nvPr/>
        </p:nvSpPr>
        <p:spPr>
          <a:xfrm>
            <a:off x="7183120" y="2514600"/>
            <a:ext cx="0" cy="127000"/>
          </a:xfrm>
          <a:prstGeom prst="line">
            <a:avLst/>
          </a:prstGeom>
          <a:noFill/>
          <a:ln w="19050">
            <a:solidFill>
              <a:srgbClr val="141414"/>
            </a:solidFill>
            <a:prstDash val="solid"/>
          </a:ln>
        </p:spPr>
      </p:sp>
      <p:sp>
        <p:nvSpPr>
          <p:cNvPr id="15" name="Shape 15"/>
          <p:cNvSpPr/>
          <p:nvPr/>
        </p:nvSpPr>
        <p:spPr>
          <a:xfrm>
            <a:off x="10368280" y="2514600"/>
            <a:ext cx="0" cy="127000"/>
          </a:xfrm>
          <a:prstGeom prst="line">
            <a:avLst/>
          </a:prstGeom>
          <a:noFill/>
          <a:ln w="19050">
            <a:solidFill>
              <a:srgbClr val="141414"/>
            </a:solidFill>
            <a:prstDash val="solid"/>
          </a:ln>
        </p:spPr>
      </p:sp>
      <p:sp>
        <p:nvSpPr>
          <p:cNvPr id="16" name="Text 16"/>
          <p:cNvSpPr txBox="1"/>
          <p:nvPr/>
        </p:nvSpPr>
        <p:spPr>
          <a:xfrm>
            <a:off x="812800" y="2641600"/>
            <a:ext cx="2021840" cy="419100"/>
          </a:xfrm>
          <a:prstGeom prst="rect">
            <a:avLst/>
          </a:prstGeom>
          <a:solidFill>
            <a:srgbClr val="B8393A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pt-BR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PLANEJAMENTO</a:t>
            </a:r>
            <a:endParaRPr lang="pt-BR" sz="1600" dirty="0"/>
          </a:p>
        </p:txBody>
      </p:sp>
      <p:sp>
        <p:nvSpPr>
          <p:cNvPr id="17" name="Shape 17"/>
          <p:cNvSpPr/>
          <p:nvPr/>
        </p:nvSpPr>
        <p:spPr>
          <a:xfrm>
            <a:off x="812800" y="3136900"/>
            <a:ext cx="202184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1DE"/>
            </a:solidFill>
            <a:prstDash val="solid"/>
          </a:ln>
        </p:spPr>
      </p:sp>
      <p:sp>
        <p:nvSpPr>
          <p:cNvPr id="18" name="Text 18"/>
          <p:cNvSpPr txBox="1"/>
          <p:nvPr/>
        </p:nvSpPr>
        <p:spPr>
          <a:xfrm>
            <a:off x="812800" y="3136900"/>
            <a:ext cx="2021840" cy="521208"/>
          </a:xfrm>
          <a:prstGeom prst="rect">
            <a:avLst/>
          </a:prstGeom>
          <a:noFill/>
          <a:ln/>
        </p:spPr>
        <p:txBody>
          <a:bodyPr wrap="square" lIns="50800" tIns="76200" rIns="101600" bIns="5080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pt-BR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ROMULO</a:t>
            </a:r>
            <a:endParaRPr lang="pt-BR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pt-BR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Planejamento</a:t>
            </a:r>
            <a:endParaRPr lang="pt-BR" sz="1200" dirty="0"/>
          </a:p>
        </p:txBody>
      </p:sp>
      <p:sp>
        <p:nvSpPr>
          <p:cNvPr id="19" name="Text 19"/>
          <p:cNvSpPr txBox="1"/>
          <p:nvPr/>
        </p:nvSpPr>
        <p:spPr>
          <a:xfrm>
            <a:off x="2987040" y="2641600"/>
            <a:ext cx="2021840" cy="419100"/>
          </a:xfrm>
          <a:prstGeom prst="rect">
            <a:avLst/>
          </a:prstGeom>
          <a:solidFill>
            <a:srgbClr val="7C2722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pt-BR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MÍDIA</a:t>
            </a:r>
            <a:endParaRPr lang="pt-BR" sz="1600" dirty="0"/>
          </a:p>
        </p:txBody>
      </p:sp>
      <p:sp>
        <p:nvSpPr>
          <p:cNvPr id="20" name="Shape 20"/>
          <p:cNvSpPr/>
          <p:nvPr/>
        </p:nvSpPr>
        <p:spPr>
          <a:xfrm>
            <a:off x="2987040" y="3136900"/>
            <a:ext cx="202184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1DE"/>
            </a:solidFill>
            <a:prstDash val="solid"/>
          </a:ln>
        </p:spPr>
      </p:sp>
      <p:sp>
        <p:nvSpPr>
          <p:cNvPr id="21" name="Text 21"/>
          <p:cNvSpPr txBox="1"/>
          <p:nvPr/>
        </p:nvSpPr>
        <p:spPr>
          <a:xfrm>
            <a:off x="2987040" y="3136900"/>
            <a:ext cx="2021840" cy="521208"/>
          </a:xfrm>
          <a:prstGeom prst="rect">
            <a:avLst/>
          </a:prstGeom>
          <a:noFill/>
          <a:ln/>
        </p:spPr>
        <p:txBody>
          <a:bodyPr wrap="square" lIns="50800" tIns="76200" rIns="101600" bIns="5080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pt-BR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ERICA</a:t>
            </a:r>
            <a:endParaRPr lang="pt-BR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pt-BR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Mídia</a:t>
            </a:r>
            <a:endParaRPr lang="pt-BR" sz="1200" dirty="0"/>
          </a:p>
        </p:txBody>
      </p:sp>
      <p:sp>
        <p:nvSpPr>
          <p:cNvPr id="22" name="Text 22"/>
          <p:cNvSpPr txBox="1"/>
          <p:nvPr/>
        </p:nvSpPr>
        <p:spPr>
          <a:xfrm>
            <a:off x="5161280" y="2641600"/>
            <a:ext cx="4043680" cy="419100"/>
          </a:xfrm>
          <a:prstGeom prst="rect">
            <a:avLst/>
          </a:prstGeom>
          <a:solidFill>
            <a:srgbClr val="EC6A3B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pt-BR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CRIAÇÃO</a:t>
            </a:r>
            <a:endParaRPr lang="pt-BR" sz="1600" dirty="0"/>
          </a:p>
        </p:txBody>
      </p:sp>
      <p:sp>
        <p:nvSpPr>
          <p:cNvPr id="23" name="Shape 23"/>
          <p:cNvSpPr/>
          <p:nvPr/>
        </p:nvSpPr>
        <p:spPr>
          <a:xfrm>
            <a:off x="5161280" y="3136900"/>
            <a:ext cx="4043680" cy="521208"/>
          </a:xfrm>
          <a:prstGeom prst="rect">
            <a:avLst/>
          </a:prstGeom>
          <a:solidFill>
            <a:srgbClr val="FFFFFF"/>
          </a:solidFill>
          <a:ln w="19050">
            <a:solidFill>
              <a:srgbClr val="EC6A3B"/>
            </a:solidFill>
            <a:prstDash val="solid"/>
          </a:ln>
        </p:spPr>
      </p:sp>
      <p:sp>
        <p:nvSpPr>
          <p:cNvPr id="24" name="Text 24"/>
          <p:cNvSpPr txBox="1"/>
          <p:nvPr/>
        </p:nvSpPr>
        <p:spPr>
          <a:xfrm>
            <a:off x="5161280" y="3136900"/>
            <a:ext cx="4043680" cy="521208"/>
          </a:xfrm>
          <a:prstGeom prst="rect">
            <a:avLst/>
          </a:prstGeom>
          <a:noFill/>
          <a:ln/>
        </p:spPr>
        <p:txBody>
          <a:bodyPr wrap="square" lIns="50800" tIns="76200" rIns="101600" bIns="508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pt-BR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ISA SILVEIRA + LEO TORRES</a:t>
            </a:r>
            <a:endParaRPr lang="pt-BR" sz="12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pt-BR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Liderança de criação</a:t>
            </a:r>
            <a:endParaRPr lang="pt-BR" sz="1200" dirty="0"/>
          </a:p>
        </p:txBody>
      </p:sp>
      <p:sp>
        <p:nvSpPr>
          <p:cNvPr id="25" name="Shape 25"/>
          <p:cNvSpPr/>
          <p:nvPr/>
        </p:nvSpPr>
        <p:spPr>
          <a:xfrm>
            <a:off x="5161280" y="3721608"/>
            <a:ext cx="198374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1DE"/>
            </a:solidFill>
            <a:prstDash val="solid"/>
          </a:ln>
        </p:spPr>
      </p:sp>
      <p:sp>
        <p:nvSpPr>
          <p:cNvPr id="26" name="Text 26"/>
          <p:cNvSpPr txBox="1"/>
          <p:nvPr/>
        </p:nvSpPr>
        <p:spPr>
          <a:xfrm>
            <a:off x="5161280" y="3721608"/>
            <a:ext cx="1983740" cy="521208"/>
          </a:xfrm>
          <a:prstGeom prst="rect">
            <a:avLst/>
          </a:prstGeom>
          <a:noFill/>
          <a:ln/>
        </p:spPr>
        <p:txBody>
          <a:bodyPr wrap="square" lIns="50800" tIns="76200" rIns="101600" bIns="5080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pt-BR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ADRIELI</a:t>
            </a:r>
            <a:endParaRPr lang="pt-BR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pt-BR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Criação</a:t>
            </a:r>
            <a:endParaRPr lang="pt-BR" sz="1200" dirty="0"/>
          </a:p>
        </p:txBody>
      </p:sp>
      <p:sp>
        <p:nvSpPr>
          <p:cNvPr id="27" name="Shape 27"/>
          <p:cNvSpPr/>
          <p:nvPr/>
        </p:nvSpPr>
        <p:spPr>
          <a:xfrm>
            <a:off x="7221220" y="3721608"/>
            <a:ext cx="198374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1DE"/>
            </a:solidFill>
            <a:prstDash val="solid"/>
          </a:ln>
        </p:spPr>
      </p:sp>
      <p:sp>
        <p:nvSpPr>
          <p:cNvPr id="28" name="Text 28"/>
          <p:cNvSpPr txBox="1"/>
          <p:nvPr/>
        </p:nvSpPr>
        <p:spPr>
          <a:xfrm>
            <a:off x="7221220" y="3721608"/>
            <a:ext cx="1983740" cy="521208"/>
          </a:xfrm>
          <a:prstGeom prst="rect">
            <a:avLst/>
          </a:prstGeom>
          <a:noFill/>
          <a:ln/>
        </p:spPr>
        <p:txBody>
          <a:bodyPr wrap="square" lIns="50800" tIns="76200" rIns="101600" bIns="5080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pt-BR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GABRIELA</a:t>
            </a:r>
            <a:endParaRPr lang="pt-BR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pt-BR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Criação</a:t>
            </a:r>
            <a:endParaRPr lang="pt-BR" sz="1200" dirty="0"/>
          </a:p>
        </p:txBody>
      </p:sp>
      <p:sp>
        <p:nvSpPr>
          <p:cNvPr id="29" name="Shape 29"/>
          <p:cNvSpPr/>
          <p:nvPr/>
        </p:nvSpPr>
        <p:spPr>
          <a:xfrm>
            <a:off x="5161280" y="4306316"/>
            <a:ext cx="198374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1DE"/>
            </a:solidFill>
            <a:prstDash val="solid"/>
          </a:ln>
        </p:spPr>
      </p:sp>
      <p:sp>
        <p:nvSpPr>
          <p:cNvPr id="30" name="Text 30"/>
          <p:cNvSpPr txBox="1"/>
          <p:nvPr/>
        </p:nvSpPr>
        <p:spPr>
          <a:xfrm>
            <a:off x="5161280" y="4306316"/>
            <a:ext cx="1983740" cy="521208"/>
          </a:xfrm>
          <a:prstGeom prst="rect">
            <a:avLst/>
          </a:prstGeom>
          <a:noFill/>
          <a:ln/>
        </p:spPr>
        <p:txBody>
          <a:bodyPr wrap="square" lIns="50800" tIns="76200" rIns="101600" bIns="5080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pt-BR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HELENA</a:t>
            </a:r>
            <a:endParaRPr lang="pt-BR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pt-BR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Criação</a:t>
            </a:r>
            <a:endParaRPr lang="pt-BR" sz="1200" dirty="0"/>
          </a:p>
        </p:txBody>
      </p:sp>
      <p:sp>
        <p:nvSpPr>
          <p:cNvPr id="31" name="Shape 31"/>
          <p:cNvSpPr/>
          <p:nvPr/>
        </p:nvSpPr>
        <p:spPr>
          <a:xfrm>
            <a:off x="7221220" y="4306316"/>
            <a:ext cx="198374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1DE"/>
            </a:solidFill>
            <a:prstDash val="solid"/>
          </a:ln>
        </p:spPr>
      </p:sp>
      <p:sp>
        <p:nvSpPr>
          <p:cNvPr id="32" name="Text 32"/>
          <p:cNvSpPr txBox="1"/>
          <p:nvPr/>
        </p:nvSpPr>
        <p:spPr>
          <a:xfrm>
            <a:off x="7221220" y="4306316"/>
            <a:ext cx="1983740" cy="521208"/>
          </a:xfrm>
          <a:prstGeom prst="rect">
            <a:avLst/>
          </a:prstGeom>
          <a:noFill/>
          <a:ln/>
        </p:spPr>
        <p:txBody>
          <a:bodyPr wrap="square" lIns="50800" tIns="76200" rIns="101600" bIns="5080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pt-BR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JOÃO</a:t>
            </a:r>
            <a:endParaRPr lang="pt-BR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pt-BR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Criação</a:t>
            </a:r>
            <a:endParaRPr lang="pt-BR" sz="1200" dirty="0"/>
          </a:p>
        </p:txBody>
      </p:sp>
      <p:sp>
        <p:nvSpPr>
          <p:cNvPr id="33" name="Text 33"/>
          <p:cNvSpPr txBox="1"/>
          <p:nvPr/>
        </p:nvSpPr>
        <p:spPr>
          <a:xfrm>
            <a:off x="9357360" y="2641600"/>
            <a:ext cx="2021840" cy="419100"/>
          </a:xfrm>
          <a:prstGeom prst="rect">
            <a:avLst/>
          </a:prstGeom>
          <a:solidFill>
            <a:srgbClr val="141414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pt-BR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PRODUÇÃO</a:t>
            </a:r>
            <a:endParaRPr lang="pt-BR" sz="1600" dirty="0"/>
          </a:p>
        </p:txBody>
      </p:sp>
      <p:sp>
        <p:nvSpPr>
          <p:cNvPr id="34" name="Shape 34"/>
          <p:cNvSpPr/>
          <p:nvPr/>
        </p:nvSpPr>
        <p:spPr>
          <a:xfrm>
            <a:off x="9357360" y="3136900"/>
            <a:ext cx="202184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1DE"/>
            </a:solidFill>
            <a:prstDash val="solid"/>
          </a:ln>
        </p:spPr>
      </p:sp>
      <p:sp>
        <p:nvSpPr>
          <p:cNvPr id="35" name="Text 35"/>
          <p:cNvSpPr txBox="1"/>
          <p:nvPr/>
        </p:nvSpPr>
        <p:spPr>
          <a:xfrm>
            <a:off x="9357360" y="3136900"/>
            <a:ext cx="2021840" cy="521208"/>
          </a:xfrm>
          <a:prstGeom prst="rect">
            <a:avLst/>
          </a:prstGeom>
          <a:noFill/>
          <a:ln/>
        </p:spPr>
        <p:txBody>
          <a:bodyPr wrap="square" lIns="50800" tIns="76200" rIns="101600" bIns="5080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pt-BR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ELISA</a:t>
            </a:r>
            <a:endParaRPr lang="pt-BR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pt-BR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Produção</a:t>
            </a:r>
            <a:endParaRPr lang="pt-BR" sz="1200" dirty="0"/>
          </a:p>
        </p:txBody>
      </p:sp>
      <p:sp>
        <p:nvSpPr>
          <p:cNvPr id="36" name="Text 36"/>
          <p:cNvSpPr txBox="1"/>
          <p:nvPr/>
        </p:nvSpPr>
        <p:spPr>
          <a:xfrm>
            <a:off x="9474200" y="6311900"/>
            <a:ext cx="190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pt-BR" sz="12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Liderança (responde a)</a:t>
            </a:r>
            <a:endParaRPr lang="pt-BR" sz="1200" dirty="0"/>
          </a:p>
        </p:txBody>
      </p:sp>
      <p:sp>
        <p:nvSpPr>
          <p:cNvPr id="37" name="Shape 37"/>
          <p:cNvSpPr/>
          <p:nvPr/>
        </p:nvSpPr>
        <p:spPr>
          <a:xfrm>
            <a:off x="9042400" y="6426200"/>
            <a:ext cx="355600" cy="0"/>
          </a:xfrm>
          <a:prstGeom prst="line">
            <a:avLst/>
          </a:prstGeom>
          <a:noFill/>
          <a:ln w="19050">
            <a:solidFill>
              <a:srgbClr val="141414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C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304800"/>
            <a:ext cx="279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PAIM</a:t>
            </a:r>
            <a:pPr indent="0" marL="0">
              <a:buNone/>
            </a:pPr>
            <a:r>
              <a:rPr lang="en-US" sz="1400" dirty="0">
                <a:solidFill>
                  <a:srgbClr val="EC6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pPr indent="0" marL="0">
              <a:buNone/>
            </a:pPr>
            <a:r>
              <a:rPr lang="en-US" sz="14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UNITED CREATORS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937000" y="304800"/>
            <a:ext cx="508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time de casa — Kappesberg México e Argentina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609600"/>
            <a:ext cx="105664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ORGANOGRAMA GERAL · TIME KAPPESBERG</a:t>
            </a:r>
            <a:endParaRPr lang="en-US" sz="3200" dirty="0"/>
          </a:p>
        </p:txBody>
      </p:sp>
      <p:sp>
        <p:nvSpPr>
          <p:cNvPr id="5" name="Shape 5"/>
          <p:cNvSpPr/>
          <p:nvPr/>
        </p:nvSpPr>
        <p:spPr>
          <a:xfrm>
            <a:off x="4445000" y="1168400"/>
            <a:ext cx="3302000" cy="558800"/>
          </a:xfrm>
          <a:prstGeom prst="rect">
            <a:avLst/>
          </a:prstGeom>
          <a:solidFill>
            <a:srgbClr val="EC6A3B"/>
          </a:solidFill>
          <a:ln/>
        </p:spPr>
      </p:sp>
      <p:sp>
        <p:nvSpPr>
          <p:cNvPr id="6" name="Text 6"/>
          <p:cNvSpPr txBox="1"/>
          <p:nvPr/>
        </p:nvSpPr>
        <p:spPr>
          <a:xfrm>
            <a:off x="4445000" y="1168400"/>
            <a:ext cx="3302000" cy="558800"/>
          </a:xfrm>
          <a:prstGeom prst="rect">
            <a:avLst/>
          </a:prstGeom>
          <a:noFill/>
          <a:ln/>
        </p:spPr>
        <p:txBody>
          <a:bodyPr wrap="square" lIns="50800" tIns="76200" rIns="101600" bIns="508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pt-BR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GESTÃO DA CONTA · MINÉIA</a:t>
            </a:r>
            <a:endParaRPr lang="pt-BR" sz="13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pt-BR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Gestão da conta</a:t>
            </a:r>
            <a:endParaRPr lang="pt-BR" sz="1200" dirty="0"/>
          </a:p>
        </p:txBody>
      </p:sp>
      <p:sp>
        <p:nvSpPr>
          <p:cNvPr id="7" name="Shape 7"/>
          <p:cNvSpPr/>
          <p:nvPr/>
        </p:nvSpPr>
        <p:spPr>
          <a:xfrm>
            <a:off x="6096000" y="1727200"/>
            <a:ext cx="0" cy="101600"/>
          </a:xfrm>
          <a:prstGeom prst="line">
            <a:avLst/>
          </a:prstGeom>
          <a:noFill/>
          <a:ln w="19050">
            <a:solidFill>
              <a:srgbClr val="141414"/>
            </a:solidFill>
            <a:prstDash val="solid"/>
          </a:ln>
        </p:spPr>
      </p:sp>
      <p:sp>
        <p:nvSpPr>
          <p:cNvPr id="8" name="Shape 8"/>
          <p:cNvSpPr/>
          <p:nvPr/>
        </p:nvSpPr>
        <p:spPr>
          <a:xfrm>
            <a:off x="4445000" y="1828800"/>
            <a:ext cx="3302000" cy="558800"/>
          </a:xfrm>
          <a:prstGeom prst="rect">
            <a:avLst/>
          </a:prstGeom>
          <a:solidFill>
            <a:srgbClr val="EFEEEC"/>
          </a:solidFill>
          <a:ln/>
        </p:spPr>
      </p:sp>
      <p:sp>
        <p:nvSpPr>
          <p:cNvPr id="9" name="Text 9"/>
          <p:cNvSpPr txBox="1"/>
          <p:nvPr/>
        </p:nvSpPr>
        <p:spPr>
          <a:xfrm>
            <a:off x="4445000" y="1828800"/>
            <a:ext cx="3302000" cy="558800"/>
          </a:xfrm>
          <a:prstGeom prst="rect">
            <a:avLst/>
          </a:prstGeom>
          <a:noFill/>
          <a:ln/>
        </p:spPr>
        <p:txBody>
          <a:bodyPr wrap="square" lIns="50800" tIns="76200" rIns="101600" bIns="508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pt-BR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DUDA WOLF</a:t>
            </a:r>
            <a:endParaRPr lang="pt-BR" sz="13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pt-BR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Atendimento sênior</a:t>
            </a:r>
            <a:endParaRPr lang="pt-BR" sz="1200" dirty="0"/>
          </a:p>
        </p:txBody>
      </p:sp>
      <p:sp>
        <p:nvSpPr>
          <p:cNvPr id="10" name="Shape 10"/>
          <p:cNvSpPr/>
          <p:nvPr/>
        </p:nvSpPr>
        <p:spPr>
          <a:xfrm>
            <a:off x="6096000" y="2387600"/>
            <a:ext cx="0" cy="127000"/>
          </a:xfrm>
          <a:prstGeom prst="line">
            <a:avLst/>
          </a:prstGeom>
          <a:noFill/>
          <a:ln w="19050">
            <a:solidFill>
              <a:srgbClr val="141414"/>
            </a:solidFill>
            <a:prstDash val="solid"/>
          </a:ln>
        </p:spPr>
      </p:sp>
      <p:sp>
        <p:nvSpPr>
          <p:cNvPr id="11" name="Shape 11"/>
          <p:cNvSpPr/>
          <p:nvPr/>
        </p:nvSpPr>
        <p:spPr>
          <a:xfrm>
            <a:off x="2689860" y="2514600"/>
            <a:ext cx="6812280" cy="0"/>
          </a:xfrm>
          <a:prstGeom prst="line">
            <a:avLst/>
          </a:prstGeom>
          <a:noFill/>
          <a:ln w="19050">
            <a:solidFill>
              <a:srgbClr val="141414"/>
            </a:solidFill>
            <a:prstDash val="solid"/>
          </a:ln>
        </p:spPr>
      </p:sp>
      <p:sp>
        <p:nvSpPr>
          <p:cNvPr id="12" name="Shape 12"/>
          <p:cNvSpPr/>
          <p:nvPr/>
        </p:nvSpPr>
        <p:spPr>
          <a:xfrm>
            <a:off x="2689860" y="2514600"/>
            <a:ext cx="0" cy="127000"/>
          </a:xfrm>
          <a:prstGeom prst="line">
            <a:avLst/>
          </a:prstGeom>
          <a:noFill/>
          <a:ln w="19050">
            <a:solidFill>
              <a:srgbClr val="141414"/>
            </a:solidFill>
            <a:prstDash val="solid"/>
          </a:ln>
        </p:spPr>
      </p:sp>
      <p:sp>
        <p:nvSpPr>
          <p:cNvPr id="13" name="Shape 13"/>
          <p:cNvSpPr/>
          <p:nvPr/>
        </p:nvSpPr>
        <p:spPr>
          <a:xfrm>
            <a:off x="6096000" y="2514600"/>
            <a:ext cx="0" cy="127000"/>
          </a:xfrm>
          <a:prstGeom prst="line">
            <a:avLst/>
          </a:prstGeom>
          <a:noFill/>
          <a:ln w="19050">
            <a:solidFill>
              <a:srgbClr val="141414"/>
            </a:solidFill>
            <a:prstDash val="solid"/>
          </a:ln>
        </p:spPr>
      </p:sp>
      <p:sp>
        <p:nvSpPr>
          <p:cNvPr id="14" name="Shape 14"/>
          <p:cNvSpPr/>
          <p:nvPr/>
        </p:nvSpPr>
        <p:spPr>
          <a:xfrm>
            <a:off x="9502140" y="2514600"/>
            <a:ext cx="0" cy="127000"/>
          </a:xfrm>
          <a:prstGeom prst="line">
            <a:avLst/>
          </a:prstGeom>
          <a:noFill/>
          <a:ln w="19050">
            <a:solidFill>
              <a:srgbClr val="141414"/>
            </a:solidFill>
            <a:prstDash val="solid"/>
          </a:ln>
        </p:spPr>
      </p:sp>
      <p:sp>
        <p:nvSpPr>
          <p:cNvPr id="15" name="Text 15"/>
          <p:cNvSpPr txBox="1"/>
          <p:nvPr/>
        </p:nvSpPr>
        <p:spPr>
          <a:xfrm>
            <a:off x="1605280" y="2641600"/>
            <a:ext cx="2169160" cy="419100"/>
          </a:xfrm>
          <a:prstGeom prst="rect">
            <a:avLst/>
          </a:prstGeom>
          <a:solidFill>
            <a:srgbClr val="7C2722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pt-BR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MÍDIA</a:t>
            </a:r>
            <a:endParaRPr lang="pt-BR" sz="1600" dirty="0"/>
          </a:p>
        </p:txBody>
      </p:sp>
      <p:sp>
        <p:nvSpPr>
          <p:cNvPr id="16" name="Shape 16"/>
          <p:cNvSpPr/>
          <p:nvPr/>
        </p:nvSpPr>
        <p:spPr>
          <a:xfrm>
            <a:off x="1605280" y="3136900"/>
            <a:ext cx="216916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1DE"/>
            </a:solidFill>
            <a:prstDash val="solid"/>
          </a:ln>
        </p:spPr>
      </p:sp>
      <p:sp>
        <p:nvSpPr>
          <p:cNvPr id="17" name="Text 17"/>
          <p:cNvSpPr txBox="1"/>
          <p:nvPr/>
        </p:nvSpPr>
        <p:spPr>
          <a:xfrm>
            <a:off x="1605280" y="3136900"/>
            <a:ext cx="2169160" cy="521208"/>
          </a:xfrm>
          <a:prstGeom prst="rect">
            <a:avLst/>
          </a:prstGeom>
          <a:noFill/>
          <a:ln/>
        </p:spPr>
        <p:txBody>
          <a:bodyPr wrap="square" lIns="50800" tIns="76200" rIns="101600" bIns="5080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pt-BR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RAUL</a:t>
            </a:r>
            <a:endParaRPr lang="pt-BR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pt-BR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Mídia</a:t>
            </a:r>
            <a:endParaRPr lang="pt-BR" sz="1200" dirty="0"/>
          </a:p>
        </p:txBody>
      </p:sp>
      <p:sp>
        <p:nvSpPr>
          <p:cNvPr id="18" name="Text 18"/>
          <p:cNvSpPr txBox="1"/>
          <p:nvPr/>
        </p:nvSpPr>
        <p:spPr>
          <a:xfrm>
            <a:off x="3926840" y="2641600"/>
            <a:ext cx="4338320" cy="419100"/>
          </a:xfrm>
          <a:prstGeom prst="rect">
            <a:avLst/>
          </a:prstGeom>
          <a:solidFill>
            <a:srgbClr val="EC6A3B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pt-BR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CRIAÇÃO</a:t>
            </a:r>
            <a:endParaRPr lang="pt-BR" sz="1600" dirty="0"/>
          </a:p>
        </p:txBody>
      </p:sp>
      <p:sp>
        <p:nvSpPr>
          <p:cNvPr id="19" name="Shape 19"/>
          <p:cNvSpPr/>
          <p:nvPr/>
        </p:nvSpPr>
        <p:spPr>
          <a:xfrm>
            <a:off x="3926840" y="3136900"/>
            <a:ext cx="4338320" cy="521208"/>
          </a:xfrm>
          <a:prstGeom prst="rect">
            <a:avLst/>
          </a:prstGeom>
          <a:solidFill>
            <a:srgbClr val="FFFFFF"/>
          </a:solidFill>
          <a:ln w="19050">
            <a:solidFill>
              <a:srgbClr val="EC6A3B"/>
            </a:solidFill>
            <a:prstDash val="solid"/>
          </a:ln>
        </p:spPr>
      </p:sp>
      <p:sp>
        <p:nvSpPr>
          <p:cNvPr id="20" name="Text 20"/>
          <p:cNvSpPr txBox="1"/>
          <p:nvPr/>
        </p:nvSpPr>
        <p:spPr>
          <a:xfrm>
            <a:off x="3926840" y="3136900"/>
            <a:ext cx="4338320" cy="521208"/>
          </a:xfrm>
          <a:prstGeom prst="rect">
            <a:avLst/>
          </a:prstGeom>
          <a:noFill/>
          <a:ln/>
        </p:spPr>
        <p:txBody>
          <a:bodyPr wrap="square" lIns="50800" tIns="76200" rIns="101600" bIns="508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pt-BR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ISA SILVEIRA + LEO TORRES</a:t>
            </a:r>
            <a:endParaRPr lang="pt-BR" sz="12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pt-BR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Liderança de criação</a:t>
            </a:r>
            <a:endParaRPr lang="pt-BR" sz="1200" dirty="0"/>
          </a:p>
        </p:txBody>
      </p:sp>
      <p:sp>
        <p:nvSpPr>
          <p:cNvPr id="21" name="Shape 21"/>
          <p:cNvSpPr/>
          <p:nvPr/>
        </p:nvSpPr>
        <p:spPr>
          <a:xfrm>
            <a:off x="3926840" y="3721608"/>
            <a:ext cx="213106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1DE"/>
            </a:solidFill>
            <a:prstDash val="solid"/>
          </a:ln>
        </p:spPr>
      </p:sp>
      <p:sp>
        <p:nvSpPr>
          <p:cNvPr id="22" name="Text 22"/>
          <p:cNvSpPr txBox="1"/>
          <p:nvPr/>
        </p:nvSpPr>
        <p:spPr>
          <a:xfrm>
            <a:off x="3926840" y="3721608"/>
            <a:ext cx="2131060" cy="521208"/>
          </a:xfrm>
          <a:prstGeom prst="rect">
            <a:avLst/>
          </a:prstGeom>
          <a:noFill/>
          <a:ln/>
        </p:spPr>
        <p:txBody>
          <a:bodyPr wrap="square" lIns="50800" tIns="76200" rIns="101600" bIns="5080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pt-BR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RAQUEL LOSEKAN</a:t>
            </a:r>
            <a:endParaRPr lang="pt-BR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pt-BR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Redação</a:t>
            </a:r>
            <a:endParaRPr lang="pt-BR" sz="1200" dirty="0"/>
          </a:p>
        </p:txBody>
      </p:sp>
      <p:sp>
        <p:nvSpPr>
          <p:cNvPr id="23" name="Shape 23"/>
          <p:cNvSpPr/>
          <p:nvPr/>
        </p:nvSpPr>
        <p:spPr>
          <a:xfrm>
            <a:off x="6134100" y="3721608"/>
            <a:ext cx="213106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1DE"/>
            </a:solidFill>
            <a:prstDash val="solid"/>
          </a:ln>
        </p:spPr>
      </p:sp>
      <p:sp>
        <p:nvSpPr>
          <p:cNvPr id="24" name="Text 24"/>
          <p:cNvSpPr txBox="1"/>
          <p:nvPr/>
        </p:nvSpPr>
        <p:spPr>
          <a:xfrm>
            <a:off x="6134100" y="3721608"/>
            <a:ext cx="2131060" cy="521208"/>
          </a:xfrm>
          <a:prstGeom prst="rect">
            <a:avLst/>
          </a:prstGeom>
          <a:noFill/>
          <a:ln/>
        </p:spPr>
        <p:txBody>
          <a:bodyPr wrap="square" lIns="50800" tIns="76200" rIns="101600" bIns="5080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pt-BR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RAÍSSA</a:t>
            </a:r>
            <a:endParaRPr lang="pt-BR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pt-BR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Estagiária de D.A.</a:t>
            </a:r>
            <a:endParaRPr lang="pt-BR" sz="1200" dirty="0"/>
          </a:p>
        </p:txBody>
      </p:sp>
      <p:sp>
        <p:nvSpPr>
          <p:cNvPr id="25" name="Text 25"/>
          <p:cNvSpPr txBox="1"/>
          <p:nvPr/>
        </p:nvSpPr>
        <p:spPr>
          <a:xfrm>
            <a:off x="8417560" y="2641600"/>
            <a:ext cx="2169160" cy="419100"/>
          </a:xfrm>
          <a:prstGeom prst="rect">
            <a:avLst/>
          </a:prstGeom>
          <a:solidFill>
            <a:srgbClr val="141414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pt-BR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CRM E SEO</a:t>
            </a:r>
            <a:endParaRPr lang="pt-BR" sz="1600" dirty="0"/>
          </a:p>
        </p:txBody>
      </p:sp>
      <p:sp>
        <p:nvSpPr>
          <p:cNvPr id="26" name="Shape 26"/>
          <p:cNvSpPr/>
          <p:nvPr/>
        </p:nvSpPr>
        <p:spPr>
          <a:xfrm>
            <a:off x="8417560" y="3136900"/>
            <a:ext cx="2169160" cy="521208"/>
          </a:xfrm>
          <a:prstGeom prst="rect">
            <a:avLst/>
          </a:prstGeom>
          <a:solidFill>
            <a:srgbClr val="FFFFFF"/>
          </a:solidFill>
          <a:ln w="19050">
            <a:solidFill>
              <a:srgbClr val="141414"/>
            </a:solidFill>
            <a:prstDash val="solid"/>
          </a:ln>
        </p:spPr>
      </p:sp>
      <p:sp>
        <p:nvSpPr>
          <p:cNvPr id="27" name="Text 27"/>
          <p:cNvSpPr txBox="1"/>
          <p:nvPr/>
        </p:nvSpPr>
        <p:spPr>
          <a:xfrm>
            <a:off x="8417560" y="3136900"/>
            <a:ext cx="2169160" cy="521208"/>
          </a:xfrm>
          <a:prstGeom prst="rect">
            <a:avLst/>
          </a:prstGeom>
          <a:noFill/>
          <a:ln/>
        </p:spPr>
        <p:txBody>
          <a:bodyPr wrap="square" lIns="50800" tIns="76200" rIns="101600" bIns="508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pt-BR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VICTOR</a:t>
            </a:r>
            <a:endParaRPr lang="pt-BR" sz="12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pt-BR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Gestão de CRM e SEO</a:t>
            </a:r>
            <a:endParaRPr lang="pt-BR" sz="1200" dirty="0"/>
          </a:p>
        </p:txBody>
      </p:sp>
      <p:sp>
        <p:nvSpPr>
          <p:cNvPr id="28" name="Shape 28"/>
          <p:cNvSpPr/>
          <p:nvPr/>
        </p:nvSpPr>
        <p:spPr>
          <a:xfrm>
            <a:off x="8417560" y="3721608"/>
            <a:ext cx="216916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1DE"/>
            </a:solidFill>
            <a:prstDash val="solid"/>
          </a:ln>
        </p:spPr>
      </p:sp>
      <p:sp>
        <p:nvSpPr>
          <p:cNvPr id="29" name="Text 29"/>
          <p:cNvSpPr txBox="1"/>
          <p:nvPr/>
        </p:nvSpPr>
        <p:spPr>
          <a:xfrm>
            <a:off x="8417560" y="3721608"/>
            <a:ext cx="2169160" cy="521208"/>
          </a:xfrm>
          <a:prstGeom prst="rect">
            <a:avLst/>
          </a:prstGeom>
          <a:noFill/>
          <a:ln/>
        </p:spPr>
        <p:txBody>
          <a:bodyPr wrap="square" lIns="50800" tIns="76200" rIns="101600" bIns="5080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pt-BR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RACHEL</a:t>
            </a:r>
            <a:endParaRPr lang="pt-BR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pt-BR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CRM</a:t>
            </a:r>
            <a:endParaRPr lang="pt-BR" sz="1200" dirty="0"/>
          </a:p>
        </p:txBody>
      </p:sp>
      <p:sp>
        <p:nvSpPr>
          <p:cNvPr id="30" name="Text 30"/>
          <p:cNvSpPr txBox="1"/>
          <p:nvPr/>
        </p:nvSpPr>
        <p:spPr>
          <a:xfrm>
            <a:off x="9474200" y="6311900"/>
            <a:ext cx="190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pt-BR" sz="12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Liderança (responde a)</a:t>
            </a:r>
            <a:endParaRPr lang="pt-BR" sz="1200" dirty="0"/>
          </a:p>
        </p:txBody>
      </p:sp>
      <p:sp>
        <p:nvSpPr>
          <p:cNvPr id="31" name="Shape 31"/>
          <p:cNvSpPr/>
          <p:nvPr/>
        </p:nvSpPr>
        <p:spPr>
          <a:xfrm>
            <a:off x="9042400" y="6426200"/>
            <a:ext cx="355600" cy="0"/>
          </a:xfrm>
          <a:prstGeom prst="line">
            <a:avLst/>
          </a:prstGeom>
          <a:noFill/>
          <a:ln w="19050">
            <a:solidFill>
              <a:srgbClr val="141414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C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304800"/>
            <a:ext cx="279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PAIM</a:t>
            </a:r>
            <a:pPr indent="0" marL="0">
              <a:buNone/>
            </a:pPr>
            <a:r>
              <a:rPr lang="en-US" sz="1400" dirty="0">
                <a:solidFill>
                  <a:srgbClr val="EC6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pPr indent="0" marL="0">
              <a:buNone/>
            </a:pPr>
            <a:r>
              <a:rPr lang="en-US" sz="14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UNITED CREATORS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937000" y="304800"/>
            <a:ext cx="508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time de casa — Organograma Grupo K1 ESG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609600"/>
            <a:ext cx="105664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ORGANOGRAMA GERAL · GRUPO K1 ESG</a:t>
            </a:r>
            <a:endParaRPr lang="en-US" sz="3200" dirty="0"/>
          </a:p>
        </p:txBody>
      </p:sp>
      <p:sp>
        <p:nvSpPr>
          <p:cNvPr id="5" name="Shape 5"/>
          <p:cNvSpPr/>
          <p:nvPr/>
        </p:nvSpPr>
        <p:spPr>
          <a:xfrm>
            <a:off x="4445000" y="1168400"/>
            <a:ext cx="3302000" cy="558800"/>
          </a:xfrm>
          <a:prstGeom prst="rect">
            <a:avLst/>
          </a:prstGeom>
          <a:solidFill>
            <a:srgbClr val="EC6A3B"/>
          </a:solidFill>
          <a:ln/>
        </p:spPr>
      </p:sp>
      <p:sp>
        <p:nvSpPr>
          <p:cNvPr id="6" name="Text 6"/>
          <p:cNvSpPr txBox="1"/>
          <p:nvPr/>
        </p:nvSpPr>
        <p:spPr>
          <a:xfrm>
            <a:off x="4445000" y="1168400"/>
            <a:ext cx="3302000" cy="558800"/>
          </a:xfrm>
          <a:prstGeom prst="rect">
            <a:avLst/>
          </a:prstGeom>
          <a:noFill/>
          <a:ln/>
        </p:spPr>
        <p:txBody>
          <a:bodyPr wrap="square" lIns="50800" tIns="76200" rIns="101600" bIns="508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pt-BR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GESTÃO DA CONTA · MINÉIA</a:t>
            </a:r>
            <a:endParaRPr lang="pt-BR" sz="13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pt-BR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Gestão da conta</a:t>
            </a:r>
            <a:endParaRPr lang="pt-BR" sz="1200" dirty="0"/>
          </a:p>
        </p:txBody>
      </p:sp>
      <p:sp>
        <p:nvSpPr>
          <p:cNvPr id="7" name="Shape 7"/>
          <p:cNvSpPr/>
          <p:nvPr/>
        </p:nvSpPr>
        <p:spPr>
          <a:xfrm>
            <a:off x="6096000" y="1727200"/>
            <a:ext cx="0" cy="101600"/>
          </a:xfrm>
          <a:prstGeom prst="line">
            <a:avLst/>
          </a:prstGeom>
          <a:noFill/>
          <a:ln w="19050">
            <a:solidFill>
              <a:srgbClr val="141414"/>
            </a:solidFill>
            <a:prstDash val="solid"/>
          </a:ln>
        </p:spPr>
      </p:sp>
      <p:sp>
        <p:nvSpPr>
          <p:cNvPr id="8" name="Shape 8"/>
          <p:cNvSpPr/>
          <p:nvPr/>
        </p:nvSpPr>
        <p:spPr>
          <a:xfrm>
            <a:off x="4445000" y="1828800"/>
            <a:ext cx="3302000" cy="558800"/>
          </a:xfrm>
          <a:prstGeom prst="rect">
            <a:avLst/>
          </a:prstGeom>
          <a:solidFill>
            <a:srgbClr val="EFEEEC"/>
          </a:solidFill>
          <a:ln/>
        </p:spPr>
      </p:sp>
      <p:sp>
        <p:nvSpPr>
          <p:cNvPr id="9" name="Text 9"/>
          <p:cNvSpPr txBox="1"/>
          <p:nvPr/>
        </p:nvSpPr>
        <p:spPr>
          <a:xfrm>
            <a:off x="4445000" y="1828800"/>
            <a:ext cx="3302000" cy="558800"/>
          </a:xfrm>
          <a:prstGeom prst="rect">
            <a:avLst/>
          </a:prstGeom>
          <a:noFill/>
          <a:ln/>
        </p:spPr>
        <p:txBody>
          <a:bodyPr wrap="square" lIns="50800" tIns="76200" rIns="101600" bIns="508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pt-BR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DUDA WOLF</a:t>
            </a:r>
            <a:endParaRPr lang="pt-BR" sz="13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pt-BR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Atendimento sênior</a:t>
            </a:r>
            <a:endParaRPr lang="pt-BR" sz="1200" dirty="0"/>
          </a:p>
        </p:txBody>
      </p:sp>
      <p:sp>
        <p:nvSpPr>
          <p:cNvPr id="10" name="Shape 10"/>
          <p:cNvSpPr/>
          <p:nvPr/>
        </p:nvSpPr>
        <p:spPr>
          <a:xfrm>
            <a:off x="6096000" y="2387600"/>
            <a:ext cx="0" cy="127000"/>
          </a:xfrm>
          <a:prstGeom prst="line">
            <a:avLst/>
          </a:prstGeom>
          <a:noFill/>
          <a:ln w="19050">
            <a:solidFill>
              <a:srgbClr val="141414"/>
            </a:solidFill>
            <a:prstDash val="solid"/>
          </a:ln>
        </p:spPr>
      </p:sp>
      <p:sp>
        <p:nvSpPr>
          <p:cNvPr id="11" name="Shape 11"/>
          <p:cNvSpPr/>
          <p:nvPr/>
        </p:nvSpPr>
        <p:spPr>
          <a:xfrm>
            <a:off x="6096000" y="2514600"/>
            <a:ext cx="0" cy="0"/>
          </a:xfrm>
          <a:prstGeom prst="line">
            <a:avLst/>
          </a:prstGeom>
          <a:noFill/>
          <a:ln w="19050">
            <a:solidFill>
              <a:srgbClr val="141414"/>
            </a:solidFill>
            <a:prstDash val="solid"/>
          </a:ln>
        </p:spPr>
      </p:sp>
      <p:sp>
        <p:nvSpPr>
          <p:cNvPr id="12" name="Shape 12"/>
          <p:cNvSpPr/>
          <p:nvPr/>
        </p:nvSpPr>
        <p:spPr>
          <a:xfrm>
            <a:off x="6096000" y="2514600"/>
            <a:ext cx="0" cy="127000"/>
          </a:xfrm>
          <a:prstGeom prst="line">
            <a:avLst/>
          </a:prstGeom>
          <a:noFill/>
          <a:ln w="19050">
            <a:solidFill>
              <a:srgbClr val="141414"/>
            </a:solidFill>
            <a:prstDash val="solid"/>
          </a:ln>
        </p:spPr>
      </p:sp>
      <p:sp>
        <p:nvSpPr>
          <p:cNvPr id="13" name="Text 13"/>
          <p:cNvSpPr txBox="1"/>
          <p:nvPr/>
        </p:nvSpPr>
        <p:spPr>
          <a:xfrm>
            <a:off x="3454400" y="2641600"/>
            <a:ext cx="5283200" cy="419100"/>
          </a:xfrm>
          <a:prstGeom prst="rect">
            <a:avLst/>
          </a:prstGeom>
          <a:solidFill>
            <a:srgbClr val="EC6A3B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pt-BR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CRIAÇÃO</a:t>
            </a:r>
            <a:endParaRPr lang="pt-BR" sz="1600" dirty="0"/>
          </a:p>
        </p:txBody>
      </p:sp>
      <p:sp>
        <p:nvSpPr>
          <p:cNvPr id="14" name="Shape 14"/>
          <p:cNvSpPr/>
          <p:nvPr/>
        </p:nvSpPr>
        <p:spPr>
          <a:xfrm>
            <a:off x="3454400" y="3136900"/>
            <a:ext cx="5283200" cy="521208"/>
          </a:xfrm>
          <a:prstGeom prst="rect">
            <a:avLst/>
          </a:prstGeom>
          <a:solidFill>
            <a:srgbClr val="FFFFFF"/>
          </a:solidFill>
          <a:ln w="19050">
            <a:solidFill>
              <a:srgbClr val="EC6A3B"/>
            </a:solidFill>
            <a:prstDash val="solid"/>
          </a:ln>
        </p:spPr>
      </p:sp>
      <p:sp>
        <p:nvSpPr>
          <p:cNvPr id="15" name="Text 15"/>
          <p:cNvSpPr txBox="1"/>
          <p:nvPr/>
        </p:nvSpPr>
        <p:spPr>
          <a:xfrm>
            <a:off x="3454400" y="3136900"/>
            <a:ext cx="5283200" cy="521208"/>
          </a:xfrm>
          <a:prstGeom prst="rect">
            <a:avLst/>
          </a:prstGeom>
          <a:noFill/>
          <a:ln/>
        </p:spPr>
        <p:txBody>
          <a:bodyPr wrap="square" lIns="50800" tIns="76200" rIns="101600" bIns="508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pt-BR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ISA SILVEIRA</a:t>
            </a:r>
            <a:endParaRPr lang="pt-BR" sz="12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pt-BR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Liderança de criação</a:t>
            </a:r>
            <a:endParaRPr lang="pt-BR" sz="1200" dirty="0"/>
          </a:p>
        </p:txBody>
      </p:sp>
      <p:sp>
        <p:nvSpPr>
          <p:cNvPr id="16" name="Shape 16"/>
          <p:cNvSpPr/>
          <p:nvPr/>
        </p:nvSpPr>
        <p:spPr>
          <a:xfrm>
            <a:off x="3454400" y="3721608"/>
            <a:ext cx="2603500" cy="521208"/>
          </a:xfrm>
          <a:prstGeom prst="rect">
            <a:avLst/>
          </a:prstGeom>
          <a:solidFill>
            <a:srgbClr val="FFFFFF"/>
          </a:solidFill>
          <a:ln w="19050">
            <a:solidFill>
              <a:srgbClr val="EC6A3B"/>
            </a:solidFill>
            <a:prstDash val="dash"/>
          </a:ln>
        </p:spPr>
      </p:sp>
      <p:sp>
        <p:nvSpPr>
          <p:cNvPr id="17" name="Text 17"/>
          <p:cNvSpPr txBox="1"/>
          <p:nvPr/>
        </p:nvSpPr>
        <p:spPr>
          <a:xfrm>
            <a:off x="3454400" y="3721608"/>
            <a:ext cx="2603500" cy="521208"/>
          </a:xfrm>
          <a:prstGeom prst="rect">
            <a:avLst/>
          </a:prstGeom>
          <a:noFill/>
          <a:ln/>
        </p:spPr>
        <p:txBody>
          <a:bodyPr wrap="square" lIns="50800" tIns="76200" rIns="101600" bIns="5080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pt-BR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D.A.</a:t>
            </a:r>
            <a:endParaRPr lang="pt-BR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pt-BR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Conforme disponibilidade</a:t>
            </a:r>
            <a:endParaRPr lang="pt-BR" sz="1200" dirty="0"/>
          </a:p>
        </p:txBody>
      </p:sp>
      <p:sp>
        <p:nvSpPr>
          <p:cNvPr id="18" name="Shape 18"/>
          <p:cNvSpPr/>
          <p:nvPr/>
        </p:nvSpPr>
        <p:spPr>
          <a:xfrm>
            <a:off x="6134100" y="3721608"/>
            <a:ext cx="2603500" cy="521208"/>
          </a:xfrm>
          <a:prstGeom prst="rect">
            <a:avLst/>
          </a:prstGeom>
          <a:solidFill>
            <a:srgbClr val="FFFFFF"/>
          </a:solidFill>
          <a:ln w="19050">
            <a:solidFill>
              <a:srgbClr val="EC6A3B"/>
            </a:solidFill>
            <a:prstDash val="dash"/>
          </a:ln>
        </p:spPr>
      </p:sp>
      <p:sp>
        <p:nvSpPr>
          <p:cNvPr id="19" name="Text 19"/>
          <p:cNvSpPr txBox="1"/>
          <p:nvPr/>
        </p:nvSpPr>
        <p:spPr>
          <a:xfrm>
            <a:off x="6134100" y="3721608"/>
            <a:ext cx="2603500" cy="521208"/>
          </a:xfrm>
          <a:prstGeom prst="rect">
            <a:avLst/>
          </a:prstGeom>
          <a:noFill/>
          <a:ln/>
        </p:spPr>
        <p:txBody>
          <a:bodyPr wrap="square" lIns="50800" tIns="76200" rIns="101600" bIns="5080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pt-BR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REDAÇÃO</a:t>
            </a:r>
            <a:endParaRPr lang="pt-BR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pt-BR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Conforme disponibilidade</a:t>
            </a:r>
            <a:endParaRPr lang="pt-BR" sz="1200" dirty="0"/>
          </a:p>
        </p:txBody>
      </p:sp>
      <p:sp>
        <p:nvSpPr>
          <p:cNvPr id="20" name="Text 20"/>
          <p:cNvSpPr txBox="1"/>
          <p:nvPr/>
        </p:nvSpPr>
        <p:spPr>
          <a:xfrm>
            <a:off x="9340088" y="6311900"/>
            <a:ext cx="2039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pt-BR" sz="12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Conforme disponibilidade</a:t>
            </a:r>
            <a:endParaRPr lang="pt-BR" sz="1200" dirty="0"/>
          </a:p>
        </p:txBody>
      </p:sp>
      <p:sp>
        <p:nvSpPr>
          <p:cNvPr id="21" name="Shape 21"/>
          <p:cNvSpPr/>
          <p:nvPr/>
        </p:nvSpPr>
        <p:spPr>
          <a:xfrm>
            <a:off x="8984488" y="6343650"/>
            <a:ext cx="254000" cy="165100"/>
          </a:xfrm>
          <a:prstGeom prst="rect">
            <a:avLst/>
          </a:prstGeom>
          <a:solidFill>
            <a:srgbClr val="FCFBF9"/>
          </a:solidFill>
          <a:ln w="19050">
            <a:solidFill>
              <a:srgbClr val="EC6A3B"/>
            </a:solidFill>
            <a:prstDash val="dash"/>
          </a:ln>
        </p:spPr>
      </p:sp>
      <p:sp>
        <p:nvSpPr>
          <p:cNvPr id="22" name="Text 22"/>
          <p:cNvSpPr txBox="1"/>
          <p:nvPr/>
        </p:nvSpPr>
        <p:spPr>
          <a:xfrm>
            <a:off x="6774688" y="6311900"/>
            <a:ext cx="190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pt-BR" sz="12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Liderança (responde a)</a:t>
            </a:r>
            <a:endParaRPr lang="pt-BR" sz="1200" dirty="0"/>
          </a:p>
        </p:txBody>
      </p:sp>
      <p:sp>
        <p:nvSpPr>
          <p:cNvPr id="23" name="Shape 23"/>
          <p:cNvSpPr/>
          <p:nvPr/>
        </p:nvSpPr>
        <p:spPr>
          <a:xfrm>
            <a:off x="6342888" y="6426200"/>
            <a:ext cx="355600" cy="0"/>
          </a:xfrm>
          <a:prstGeom prst="line">
            <a:avLst/>
          </a:prstGeom>
          <a:noFill/>
          <a:ln w="19050">
            <a:solidFill>
              <a:srgbClr val="14141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Organogramas Clientes Marília</dc:title>
  <dc:subject>PptxGenJS Presentation</dc:subject>
  <dc:creator>PptxGenJS</dc:creator>
  <cp:lastModifiedBy>PptxGenJS</cp:lastModifiedBy>
  <cp:revision>1</cp:revision>
  <dcterms:created xsi:type="dcterms:W3CDTF">2026-10-02T21:03:56Z</dcterms:created>
  <dcterms:modified xsi:type="dcterms:W3CDTF">2026-10-02T21:03:56Z</dcterms:modified>
</cp:coreProperties>
</file>