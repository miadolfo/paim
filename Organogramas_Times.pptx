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  <Relationship Id="rId8" Type="http://schemas.openxmlformats.org/officeDocument/2006/relationships/slide" Target="slides/slide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Youcom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YOUCOM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322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322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· MARÍLIA MATTE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AMANDA BICCA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· Gestão da conta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KASSIA DE MORAES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Assistência · Gestão da conta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83200" y="1727200"/>
            <a:ext cx="0" cy="787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108200"/>
            <a:ext cx="3962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8000" y="2514600"/>
            <a:ext cx="86360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8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546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12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14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2800" y="2641600"/>
            <a:ext cx="193040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895600" y="2641600"/>
            <a:ext cx="431800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CRIATIVO / CONTEÚDO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66000" y="2641600"/>
            <a:ext cx="193040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448800" y="2641600"/>
            <a:ext cx="1930400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" y="3136900"/>
            <a:ext cx="193040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39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2800" y="31369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MATEUS TOURINHO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95600" y="3136900"/>
            <a:ext cx="431800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95600" y="3136900"/>
            <a:ext cx="43180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CAROLINA COTTENS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· Redatora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48800" y="3136900"/>
            <a:ext cx="193040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272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48800" y="31369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ERICA RIGO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3695700"/>
            <a:ext cx="1930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2800" y="36957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LUCENA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48800" y="3695700"/>
            <a:ext cx="1930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48800" y="36957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NATASHA SCHIERZ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66000" y="3136900"/>
            <a:ext cx="1930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6000" y="3136900"/>
            <a:ext cx="1930400" cy="711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ELISA MOURA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Shootings e ativações de marca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66000" y="3924300"/>
            <a:ext cx="1930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66000" y="39243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MARTA MENDONÇA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895600" y="3695700"/>
            <a:ext cx="212090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2895600" y="36957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SÊNIOR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contratação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92700" y="36957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92700" y="36957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KAFER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· Captação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895600" y="42418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95600" y="42418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PACHECO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92700" y="42418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92700" y="42418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SPECHT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· PDV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95600" y="47879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895600" y="47879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ISABELLA SCHMITT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92700" y="47879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92700" y="47879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 VENTURA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895600" y="5334000"/>
            <a:ext cx="21209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95600" y="5334000"/>
            <a:ext cx="2120900" cy="6604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CAROLINA BARBOSA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92700" y="5334000"/>
            <a:ext cx="21209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092700" y="5334000"/>
            <a:ext cx="2120900" cy="6604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GIOVANA MAISTER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930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9248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82200" y="6343650"/>
            <a:ext cx="254000" cy="165100"/>
          </a:xfrm>
          <a:prstGeom prst="rect">
            <a:avLst/>
          </a:prstGeom>
          <a:solidFill>
            <a:srgbClr val="FCFBF9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10312400" y="6311900"/>
            <a:ext cx="127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contratação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ENGIE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ENGIE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· MARÍLIA MATTE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787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114800" y="2108200"/>
            <a:ext cx="3962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9" name="Shape 9"/>
          <p:cNvSpPr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10" name="Text 10"/>
          <p:cNvSpPr txBox="1"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RECH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sênior · Gestão da conta</a:t>
            </a:r>
            <a:endParaRPr lang="pt-BR" sz="1200" dirty="0"/>
          </a:p>
        </p:txBody>
      </p:sp>
      <p:sp>
        <p:nvSpPr>
          <p:cNvPr id="11" name="Shape 11"/>
          <p:cNvSpPr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LAURA CARDOSO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· Gestão da conta</a:t>
            </a:r>
            <a:endParaRPr lang="pt-BR" sz="1200" dirty="0"/>
          </a:p>
        </p:txBody>
      </p:sp>
      <p:sp>
        <p:nvSpPr>
          <p:cNvPr id="13" name="Shape 13"/>
          <p:cNvSpPr/>
          <p:nvPr/>
        </p:nvSpPr>
        <p:spPr>
          <a:xfrm>
            <a:off x="1955800" y="2514600"/>
            <a:ext cx="8280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19558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812800" y="2641600"/>
            <a:ext cx="228600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600" dirty="0"/>
          </a:p>
        </p:txBody>
      </p:sp>
      <p:sp>
        <p:nvSpPr>
          <p:cNvPr id="16" name="Shape 16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3251200" y="2641600"/>
            <a:ext cx="568960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CRIATIVO / CONTEÚDO</a:t>
            </a:r>
            <a:endParaRPr lang="pt-BR" sz="1600" dirty="0"/>
          </a:p>
        </p:txBody>
      </p:sp>
      <p:sp>
        <p:nvSpPr>
          <p:cNvPr id="18" name="Shape 18"/>
          <p:cNvSpPr/>
          <p:nvPr/>
        </p:nvSpPr>
        <p:spPr>
          <a:xfrm>
            <a:off x="102362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9093200" y="2641600"/>
            <a:ext cx="228600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600" dirty="0"/>
          </a:p>
        </p:txBody>
      </p:sp>
      <p:sp>
        <p:nvSpPr>
          <p:cNvPr id="20" name="Shape 20"/>
          <p:cNvSpPr/>
          <p:nvPr/>
        </p:nvSpPr>
        <p:spPr>
          <a:xfrm>
            <a:off x="812800" y="3136900"/>
            <a:ext cx="22860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393A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812800" y="31369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RÔMULO FRAZÃO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de planejamento</a:t>
            </a:r>
            <a:endParaRPr lang="pt-BR" sz="1200" dirty="0"/>
          </a:p>
        </p:txBody>
      </p:sp>
      <p:sp>
        <p:nvSpPr>
          <p:cNvPr id="22" name="Shape 22"/>
          <p:cNvSpPr/>
          <p:nvPr/>
        </p:nvSpPr>
        <p:spPr>
          <a:xfrm>
            <a:off x="812800" y="36576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8128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LUISA MERELLO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200" dirty="0"/>
          </a:p>
        </p:txBody>
      </p:sp>
      <p:sp>
        <p:nvSpPr>
          <p:cNvPr id="24" name="Shape 24"/>
          <p:cNvSpPr/>
          <p:nvPr/>
        </p:nvSpPr>
        <p:spPr>
          <a:xfrm>
            <a:off x="9093200" y="31369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9093200" y="31369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PAULA LUCE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eletrônica</a:t>
            </a:r>
            <a:endParaRPr lang="pt-BR" sz="1200" dirty="0"/>
          </a:p>
        </p:txBody>
      </p:sp>
      <p:sp>
        <p:nvSpPr>
          <p:cNvPr id="26" name="Shape 26"/>
          <p:cNvSpPr/>
          <p:nvPr/>
        </p:nvSpPr>
        <p:spPr>
          <a:xfrm>
            <a:off x="9093200" y="36576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90932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ALEXANDRO SOUZA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gráfica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3251200" y="3136900"/>
            <a:ext cx="5689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3251200" y="3136900"/>
            <a:ext cx="5689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SAMIR ARRAGE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 de criação</a:t>
            </a:r>
            <a:endParaRPr lang="pt-BR" sz="1200" dirty="0"/>
          </a:p>
        </p:txBody>
      </p:sp>
      <p:sp>
        <p:nvSpPr>
          <p:cNvPr id="30" name="Shape 30"/>
          <p:cNvSpPr/>
          <p:nvPr/>
        </p:nvSpPr>
        <p:spPr>
          <a:xfrm>
            <a:off x="3251200" y="3810000"/>
            <a:ext cx="2768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3251200" y="38100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THIAGO PINTO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sênior</a:t>
            </a:r>
            <a:endParaRPr lang="pt-BR" sz="1200" dirty="0"/>
          </a:p>
        </p:txBody>
      </p:sp>
      <p:sp>
        <p:nvSpPr>
          <p:cNvPr id="32" name="Shape 32"/>
          <p:cNvSpPr/>
          <p:nvPr/>
        </p:nvSpPr>
        <p:spPr>
          <a:xfrm>
            <a:off x="3251200" y="4330700"/>
            <a:ext cx="2768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3251200" y="43307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ZANINI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pleno</a:t>
            </a:r>
            <a:endParaRPr lang="pt-BR" sz="1200" dirty="0"/>
          </a:p>
        </p:txBody>
      </p:sp>
      <p:sp>
        <p:nvSpPr>
          <p:cNvPr id="34" name="Shape 34"/>
          <p:cNvSpPr/>
          <p:nvPr/>
        </p:nvSpPr>
        <p:spPr>
          <a:xfrm>
            <a:off x="3251200" y="4851400"/>
            <a:ext cx="2768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35" name="Text 35"/>
          <p:cNvSpPr txBox="1"/>
          <p:nvPr/>
        </p:nvSpPr>
        <p:spPr>
          <a:xfrm>
            <a:off x="3251200" y="48514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 SÊNIOR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contratação</a:t>
            </a:r>
            <a:endParaRPr lang="pt-BR" sz="1200" dirty="0"/>
          </a:p>
        </p:txBody>
      </p:sp>
      <p:sp>
        <p:nvSpPr>
          <p:cNvPr id="36" name="Shape 36"/>
          <p:cNvSpPr/>
          <p:nvPr/>
        </p:nvSpPr>
        <p:spPr>
          <a:xfrm>
            <a:off x="3251200" y="5372100"/>
            <a:ext cx="2768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3251200" y="53721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DIMMY MEDEIROS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 pleno</a:t>
            </a:r>
            <a:endParaRPr lang="pt-BR" sz="1200" dirty="0"/>
          </a:p>
        </p:txBody>
      </p:sp>
      <p:sp>
        <p:nvSpPr>
          <p:cNvPr id="38" name="Shape 38"/>
          <p:cNvSpPr/>
          <p:nvPr/>
        </p:nvSpPr>
        <p:spPr>
          <a:xfrm>
            <a:off x="3251200" y="5892800"/>
            <a:ext cx="2768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3251200" y="5892800"/>
            <a:ext cx="2768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LUISA FERREIRA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</a:t>
            </a:r>
            <a:endParaRPr lang="pt-BR" sz="1200" dirty="0"/>
          </a:p>
        </p:txBody>
      </p:sp>
      <p:sp>
        <p:nvSpPr>
          <p:cNvPr id="40" name="Shape 40"/>
          <p:cNvSpPr/>
          <p:nvPr/>
        </p:nvSpPr>
        <p:spPr>
          <a:xfrm>
            <a:off x="6172200" y="3746500"/>
            <a:ext cx="2768600" cy="26670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41" name="Shape 41"/>
          <p:cNvSpPr/>
          <p:nvPr/>
        </p:nvSpPr>
        <p:spPr>
          <a:xfrm>
            <a:off x="7556500" y="3594100"/>
            <a:ext cx="0" cy="2159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42" name="Shape 42"/>
          <p:cNvSpPr/>
          <p:nvPr/>
        </p:nvSpPr>
        <p:spPr>
          <a:xfrm>
            <a:off x="6235700" y="3810000"/>
            <a:ext cx="264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6235700" y="38100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MARCIA SCHULER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 conteúdo</a:t>
            </a:r>
            <a:endParaRPr lang="pt-BR" sz="1200" dirty="0"/>
          </a:p>
        </p:txBody>
      </p:sp>
      <p:sp>
        <p:nvSpPr>
          <p:cNvPr id="44" name="Shape 44"/>
          <p:cNvSpPr/>
          <p:nvPr/>
        </p:nvSpPr>
        <p:spPr>
          <a:xfrm>
            <a:off x="6235700" y="4330700"/>
            <a:ext cx="264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5" name="Text 45"/>
          <p:cNvSpPr txBox="1"/>
          <p:nvPr/>
        </p:nvSpPr>
        <p:spPr>
          <a:xfrm>
            <a:off x="6235700" y="43307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CAROLINE GRUNE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pt-BR" sz="1200" dirty="0"/>
          </a:p>
        </p:txBody>
      </p:sp>
      <p:sp>
        <p:nvSpPr>
          <p:cNvPr id="46" name="Shape 46"/>
          <p:cNvSpPr/>
          <p:nvPr/>
        </p:nvSpPr>
        <p:spPr>
          <a:xfrm>
            <a:off x="6235700" y="4851400"/>
            <a:ext cx="264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7" name="Text 47"/>
          <p:cNvSpPr txBox="1"/>
          <p:nvPr/>
        </p:nvSpPr>
        <p:spPr>
          <a:xfrm>
            <a:off x="6235700" y="48514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BERNARDO CARDOSO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· Community manager</a:t>
            </a:r>
            <a:endParaRPr lang="pt-BR" sz="1200" dirty="0"/>
          </a:p>
        </p:txBody>
      </p:sp>
      <p:sp>
        <p:nvSpPr>
          <p:cNvPr id="48" name="Shape 48"/>
          <p:cNvSpPr/>
          <p:nvPr/>
        </p:nvSpPr>
        <p:spPr>
          <a:xfrm>
            <a:off x="6235700" y="5372100"/>
            <a:ext cx="264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9" name="Text 49"/>
          <p:cNvSpPr txBox="1"/>
          <p:nvPr/>
        </p:nvSpPr>
        <p:spPr>
          <a:xfrm>
            <a:off x="6235700" y="53721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EDUARDA SARAIVA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pt-BR" sz="1200" dirty="0"/>
          </a:p>
        </p:txBody>
      </p:sp>
      <p:sp>
        <p:nvSpPr>
          <p:cNvPr id="50" name="Shape 50"/>
          <p:cNvSpPr/>
          <p:nvPr/>
        </p:nvSpPr>
        <p:spPr>
          <a:xfrm>
            <a:off x="6235700" y="5892800"/>
            <a:ext cx="264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1" name="Text 51"/>
          <p:cNvSpPr txBox="1"/>
          <p:nvPr/>
        </p:nvSpPr>
        <p:spPr>
          <a:xfrm>
            <a:off x="6235700" y="5892800"/>
            <a:ext cx="2641600" cy="4572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ERICK NOGUEIRA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· Conteúdo</a:t>
            </a:r>
            <a:endParaRPr lang="pt-BR" sz="1200" dirty="0"/>
          </a:p>
        </p:txBody>
      </p:sp>
      <p:sp>
        <p:nvSpPr>
          <p:cNvPr id="52" name="Shape 52"/>
          <p:cNvSpPr/>
          <p:nvPr/>
        </p:nvSpPr>
        <p:spPr>
          <a:xfrm>
            <a:off x="9169400" y="59944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53" name="Text 53"/>
          <p:cNvSpPr txBox="1"/>
          <p:nvPr/>
        </p:nvSpPr>
        <p:spPr>
          <a:xfrm>
            <a:off x="9601200" y="58801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54" name="Shape 54"/>
          <p:cNvSpPr/>
          <p:nvPr/>
        </p:nvSpPr>
        <p:spPr>
          <a:xfrm>
            <a:off x="9220200" y="6216650"/>
            <a:ext cx="254000" cy="165100"/>
          </a:xfrm>
          <a:prstGeom prst="rect">
            <a:avLst/>
          </a:prstGeom>
          <a:solidFill>
            <a:srgbClr val="FCFBF9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55" name="Text 55"/>
          <p:cNvSpPr txBox="1"/>
          <p:nvPr/>
        </p:nvSpPr>
        <p:spPr>
          <a:xfrm>
            <a:off x="9601200" y="61849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contratação</a:t>
            </a:r>
            <a:endParaRPr lang="pt-B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Organogramas dos Times</dc:title>
  <dc:subject>PptxGenJS Presentation</dc:subject>
  <dc:creator>PptxGenJS</dc:creator>
  <cp:lastModifiedBy>PptxGenJS</cp:lastModifiedBy>
  <cp:revision>1</cp:revision>
  <dcterms:created xsi:type="dcterms:W3CDTF">2026-10-02T21:03:56Z</dcterms:created>
  <dcterms:modified xsi:type="dcterms:W3CDTF">2026-10-02T21:03:56Z</dcterms:modified>
</cp:coreProperties>
</file>