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102"/>
    <p:sldId id="258" r:id="rId103"/>
    <p:sldId id="259" r:id="rId104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Camicado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CAMICADO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9" name="Shape 9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CAVALHEIRO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júnior</a:t>
            </a:r>
            <a:endParaRPr lang="pt-BR" sz="1200" dirty="0"/>
          </a:p>
        </p:txBody>
      </p:sp>
      <p:sp>
        <p:nvSpPr>
          <p:cNvPr id="11" name="Shape 11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1642533" y="2514600"/>
            <a:ext cx="8906931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1642533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3454399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6095998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8737598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10549464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12800" y="2641600"/>
            <a:ext cx="1659466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400" dirty="0"/>
          </a:p>
        </p:txBody>
      </p:sp>
      <p:sp>
        <p:nvSpPr>
          <p:cNvPr id="20" name="Shape 20"/>
          <p:cNvSpPr/>
          <p:nvPr/>
        </p:nvSpPr>
        <p:spPr>
          <a:xfrm>
            <a:off x="812800" y="3136900"/>
            <a:ext cx="1659466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136900"/>
            <a:ext cx="1659466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MATEUS TOURINHO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624666" y="2641600"/>
            <a:ext cx="1659466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400" dirty="0"/>
          </a:p>
        </p:txBody>
      </p:sp>
      <p:sp>
        <p:nvSpPr>
          <p:cNvPr id="23" name="Shape 23"/>
          <p:cNvSpPr/>
          <p:nvPr/>
        </p:nvSpPr>
        <p:spPr>
          <a:xfrm>
            <a:off x="2624666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2624666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CANTELLI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4436532" y="2641600"/>
            <a:ext cx="3318933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400" dirty="0"/>
          </a:p>
        </p:txBody>
      </p:sp>
      <p:sp>
        <p:nvSpPr>
          <p:cNvPr id="26" name="Shape 26"/>
          <p:cNvSpPr/>
          <p:nvPr/>
        </p:nvSpPr>
        <p:spPr>
          <a:xfrm>
            <a:off x="4436532" y="3136900"/>
            <a:ext cx="3318933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4436532" y="3136900"/>
            <a:ext cx="33189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6095998" y="36581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9" name="Shape 29"/>
          <p:cNvSpPr/>
          <p:nvPr/>
        </p:nvSpPr>
        <p:spPr>
          <a:xfrm>
            <a:off x="4436532" y="3810508"/>
            <a:ext cx="3318933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4436532" y="3810508"/>
            <a:ext cx="33189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criação</a:t>
            </a:r>
            <a:endParaRPr lang="pt-BR" sz="1200" dirty="0"/>
          </a:p>
        </p:txBody>
      </p:sp>
      <p:sp>
        <p:nvSpPr>
          <p:cNvPr id="31" name="Shape 31"/>
          <p:cNvSpPr/>
          <p:nvPr/>
        </p:nvSpPr>
        <p:spPr>
          <a:xfrm>
            <a:off x="4436532" y="4395216"/>
            <a:ext cx="16213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4436532" y="4395216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3" name="Shape 33"/>
          <p:cNvSpPr/>
          <p:nvPr/>
        </p:nvSpPr>
        <p:spPr>
          <a:xfrm>
            <a:off x="6134098" y="4395216"/>
            <a:ext cx="16213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6134098" y="4395216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5" name="Shape 35"/>
          <p:cNvSpPr/>
          <p:nvPr/>
        </p:nvSpPr>
        <p:spPr>
          <a:xfrm>
            <a:off x="4436532" y="4979924"/>
            <a:ext cx="1621366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6" name="Text 36"/>
          <p:cNvSpPr txBox="1"/>
          <p:nvPr/>
        </p:nvSpPr>
        <p:spPr>
          <a:xfrm>
            <a:off x="4436532" y="4979924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37" name="Shape 37"/>
          <p:cNvSpPr/>
          <p:nvPr/>
        </p:nvSpPr>
        <p:spPr>
          <a:xfrm>
            <a:off x="6134098" y="4979924"/>
            <a:ext cx="1621366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8" name="Text 38"/>
          <p:cNvSpPr txBox="1"/>
          <p:nvPr/>
        </p:nvSpPr>
        <p:spPr>
          <a:xfrm>
            <a:off x="6134098" y="4979924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7907865" y="2641600"/>
            <a:ext cx="1659466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400" dirty="0"/>
          </a:p>
        </p:txBody>
      </p:sp>
      <p:sp>
        <p:nvSpPr>
          <p:cNvPr id="40" name="Shape 40"/>
          <p:cNvSpPr/>
          <p:nvPr/>
        </p:nvSpPr>
        <p:spPr>
          <a:xfrm>
            <a:off x="7907865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7907865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PAULA LUCE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42" name="Shape 42"/>
          <p:cNvSpPr/>
          <p:nvPr/>
        </p:nvSpPr>
        <p:spPr>
          <a:xfrm>
            <a:off x="7907865" y="3721608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7907865" y="3721608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44" name="Text 44"/>
          <p:cNvSpPr txBox="1"/>
          <p:nvPr/>
        </p:nvSpPr>
        <p:spPr>
          <a:xfrm>
            <a:off x="9719731" y="2641600"/>
            <a:ext cx="1659466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ESTÚDIO</a:t>
            </a:r>
            <a:endParaRPr lang="pt-BR" sz="1400" dirty="0"/>
          </a:p>
        </p:txBody>
      </p:sp>
      <p:sp>
        <p:nvSpPr>
          <p:cNvPr id="45" name="Shape 45"/>
          <p:cNvSpPr/>
          <p:nvPr/>
        </p:nvSpPr>
        <p:spPr>
          <a:xfrm>
            <a:off x="9719731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9719731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Estúdio</a:t>
            </a:r>
            <a:endParaRPr lang="pt-BR" sz="1200" dirty="0"/>
          </a:p>
        </p:txBody>
      </p:sp>
      <p:sp>
        <p:nvSpPr>
          <p:cNvPr id="47" name="Text 47"/>
          <p:cNvSpPr txBox="1"/>
          <p:nvPr/>
        </p:nvSpPr>
        <p:spPr>
          <a:xfrm>
            <a:off x="10528808" y="6311900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48" name="Shape 48"/>
          <p:cNvSpPr/>
          <p:nvPr/>
        </p:nvSpPr>
        <p:spPr>
          <a:xfrm>
            <a:off x="10173208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49" name="Text 49"/>
          <p:cNvSpPr txBox="1"/>
          <p:nvPr/>
        </p:nvSpPr>
        <p:spPr>
          <a:xfrm>
            <a:off x="7963408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50" name="Shape 50"/>
          <p:cNvSpPr/>
          <p:nvPr/>
        </p:nvSpPr>
        <p:spPr>
          <a:xfrm>
            <a:off x="7531608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Phyto Parfums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PHYTO PARFUMS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CAVALHEIRO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júnior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1823720" y="2514600"/>
            <a:ext cx="854456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182372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399796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18312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1036828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12800" y="2641600"/>
            <a:ext cx="202184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600" dirty="0"/>
          </a:p>
        </p:txBody>
      </p:sp>
      <p:sp>
        <p:nvSpPr>
          <p:cNvPr id="17" name="Shape 17"/>
          <p:cNvSpPr/>
          <p:nvPr/>
        </p:nvSpPr>
        <p:spPr>
          <a:xfrm>
            <a:off x="81280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1280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ROMULO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2987040" y="2641600"/>
            <a:ext cx="202184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600" dirty="0"/>
          </a:p>
        </p:txBody>
      </p:sp>
      <p:sp>
        <p:nvSpPr>
          <p:cNvPr id="20" name="Shape 20"/>
          <p:cNvSpPr/>
          <p:nvPr/>
        </p:nvSpPr>
        <p:spPr>
          <a:xfrm>
            <a:off x="298704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298704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5161280" y="2641600"/>
            <a:ext cx="404368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23" name="Shape 23"/>
          <p:cNvSpPr/>
          <p:nvPr/>
        </p:nvSpPr>
        <p:spPr>
          <a:xfrm>
            <a:off x="5161280" y="3136900"/>
            <a:ext cx="404368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5161280" y="3136900"/>
            <a:ext cx="404368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</a:t>
            </a:r>
            <a:endParaRPr lang="pt-BR" sz="1200" dirty="0"/>
          </a:p>
        </p:txBody>
      </p:sp>
      <p:sp>
        <p:nvSpPr>
          <p:cNvPr id="25" name="Shape 25"/>
          <p:cNvSpPr/>
          <p:nvPr/>
        </p:nvSpPr>
        <p:spPr>
          <a:xfrm>
            <a:off x="7183120" y="36581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5161280" y="3810508"/>
            <a:ext cx="404368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5161280" y="3810508"/>
            <a:ext cx="404368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criação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5161280" y="4395216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5161280" y="4395216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ADRIELI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7221220" y="4395216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7221220" y="4395216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5161280" y="4979924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5161280" y="4979924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7221220" y="4979924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7221220" y="4979924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9357360" y="2641600"/>
            <a:ext cx="202184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600" dirty="0"/>
          </a:p>
        </p:txBody>
      </p:sp>
      <p:sp>
        <p:nvSpPr>
          <p:cNvPr id="37" name="Shape 37"/>
          <p:cNvSpPr/>
          <p:nvPr/>
        </p:nvSpPr>
        <p:spPr>
          <a:xfrm>
            <a:off x="935736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935736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ELISA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40" name="Shape 40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Kappesberg México e Argentina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KAPPESBERG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2689860" y="2514600"/>
            <a:ext cx="681228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268986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950214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1605280" y="2641600"/>
            <a:ext cx="216916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600" dirty="0"/>
          </a:p>
        </p:txBody>
      </p:sp>
      <p:sp>
        <p:nvSpPr>
          <p:cNvPr id="16" name="Shape 16"/>
          <p:cNvSpPr/>
          <p:nvPr/>
        </p:nvSpPr>
        <p:spPr>
          <a:xfrm>
            <a:off x="1605280" y="3136900"/>
            <a:ext cx="2169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1605280" y="3136900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3926840" y="2641600"/>
            <a:ext cx="433832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19" name="Shape 19"/>
          <p:cNvSpPr/>
          <p:nvPr/>
        </p:nvSpPr>
        <p:spPr>
          <a:xfrm>
            <a:off x="3926840" y="3136900"/>
            <a:ext cx="433832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3926840" y="3136900"/>
            <a:ext cx="433832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</a:t>
            </a:r>
            <a:endParaRPr lang="pt-BR" sz="1200" dirty="0"/>
          </a:p>
        </p:txBody>
      </p:sp>
      <p:sp>
        <p:nvSpPr>
          <p:cNvPr id="21" name="Shape 21"/>
          <p:cNvSpPr/>
          <p:nvPr/>
        </p:nvSpPr>
        <p:spPr>
          <a:xfrm>
            <a:off x="6096000" y="36581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2" name="Shape 22"/>
          <p:cNvSpPr/>
          <p:nvPr/>
        </p:nvSpPr>
        <p:spPr>
          <a:xfrm>
            <a:off x="3926840" y="3810508"/>
            <a:ext cx="433832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3926840" y="3810508"/>
            <a:ext cx="433832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criação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3926840" y="4395216"/>
            <a:ext cx="21310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3926840" y="4395216"/>
            <a:ext cx="21310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RAQUEL LOSEKAN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6134100" y="4395216"/>
            <a:ext cx="21310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6134100" y="4395216"/>
            <a:ext cx="21310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RAÍSSA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Estagiária de D.A.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8417560" y="2641600"/>
            <a:ext cx="216916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SEO</a:t>
            </a:r>
            <a:endParaRPr lang="pt-BR" sz="1600" dirty="0"/>
          </a:p>
        </p:txBody>
      </p:sp>
      <p:sp>
        <p:nvSpPr>
          <p:cNvPr id="29" name="Shape 29"/>
          <p:cNvSpPr/>
          <p:nvPr/>
        </p:nvSpPr>
        <p:spPr>
          <a:xfrm>
            <a:off x="8417560" y="3136900"/>
            <a:ext cx="21691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417560" y="3136900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CRM e SEO</a:t>
            </a:r>
            <a:endParaRPr lang="pt-BR" sz="1200" dirty="0"/>
          </a:p>
        </p:txBody>
      </p:sp>
      <p:sp>
        <p:nvSpPr>
          <p:cNvPr id="31" name="Shape 31"/>
          <p:cNvSpPr/>
          <p:nvPr/>
        </p:nvSpPr>
        <p:spPr>
          <a:xfrm>
            <a:off x="8417560" y="3721608"/>
            <a:ext cx="2169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8417560" y="3721608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pt-BR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Grupo K1 ESG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GRUPO K1 ESG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2514600"/>
            <a:ext cx="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3454400" y="2641600"/>
            <a:ext cx="52832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3454400" y="3136900"/>
            <a:ext cx="52832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3454400" y="3136900"/>
            <a:ext cx="52832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3454400" y="3721608"/>
            <a:ext cx="26035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17" name="Text 17"/>
          <p:cNvSpPr txBox="1"/>
          <p:nvPr/>
        </p:nvSpPr>
        <p:spPr>
          <a:xfrm>
            <a:off x="3454400" y="3721608"/>
            <a:ext cx="26035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6134100" y="3721608"/>
            <a:ext cx="26035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19" name="Text 19"/>
          <p:cNvSpPr txBox="1"/>
          <p:nvPr/>
        </p:nvSpPr>
        <p:spPr>
          <a:xfrm>
            <a:off x="6134100" y="3721608"/>
            <a:ext cx="26035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9340088" y="631190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21" name="Shape 21"/>
          <p:cNvSpPr/>
          <p:nvPr/>
        </p:nvSpPr>
        <p:spPr>
          <a:xfrm>
            <a:off x="8984488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22" name="Text 22"/>
          <p:cNvSpPr txBox="1"/>
          <p:nvPr/>
        </p:nvSpPr>
        <p:spPr>
          <a:xfrm>
            <a:off x="6774688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23" name="Shape 23"/>
          <p:cNvSpPr/>
          <p:nvPr/>
        </p:nvSpPr>
        <p:spPr>
          <a:xfrm>
            <a:off x="6342888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Organogramas Clientes Minéia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